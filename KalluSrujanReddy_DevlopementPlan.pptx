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 id="2147483683" r:id="rId5"/>
    <p:sldMasterId id="2147483737" r:id="rId6"/>
    <p:sldMasterId id="2147483719" r:id="rId7"/>
  </p:sldMasterIdLst>
  <p:notesMasterIdLst>
    <p:notesMasterId r:id="rId16"/>
  </p:notesMasterIdLst>
  <p:handoutMasterIdLst>
    <p:handoutMasterId r:id="rId17"/>
  </p:handoutMasterIdLst>
  <p:sldIdLst>
    <p:sldId id="257" r:id="rId8"/>
    <p:sldId id="379" r:id="rId9"/>
    <p:sldId id="380" r:id="rId10"/>
    <p:sldId id="381" r:id="rId11"/>
    <p:sldId id="382" r:id="rId12"/>
    <p:sldId id="383" r:id="rId13"/>
    <p:sldId id="384" r:id="rId14"/>
    <p:sldId id="38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s" id="{A0DE2247-AF6C-B94F-A955-4160FBDD111C}">
          <p14:sldIdLst>
            <p14:sldId id="257"/>
            <p14:sldId id="379"/>
            <p14:sldId id="380"/>
            <p14:sldId id="381"/>
            <p14:sldId id="382"/>
            <p14:sldId id="383"/>
            <p14:sldId id="384"/>
            <p14:sldId id="3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F91"/>
    <a:srgbClr val="E63888"/>
    <a:srgbClr val="63666A"/>
    <a:srgbClr val="B7C00F"/>
    <a:srgbClr val="426DA9"/>
    <a:srgbClr val="E9EBF1"/>
    <a:srgbClr val="DFA2CE"/>
    <a:srgbClr val="F6AFD0"/>
    <a:srgbClr val="B01685"/>
    <a:srgbClr val="B3C5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B6DB76-61B1-4822-8157-003717B21836}" v="12" dt="2025-05-07T07:20:50.1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979" autoAdjust="0"/>
    <p:restoredTop sz="94809"/>
  </p:normalViewPr>
  <p:slideViewPr>
    <p:cSldViewPr snapToGrid="0">
      <p:cViewPr>
        <p:scale>
          <a:sx n="80" d="100"/>
          <a:sy n="80" d="100"/>
        </p:scale>
        <p:origin x="1358" y="28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23"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ddy, KalluSrujan" userId="6f48e7ab-928c-416e-8f2f-beaee4dd5b93" providerId="ADAL" clId="{16B6DB76-61B1-4822-8157-003717B21836}"/>
    <pc:docChg chg="undo custSel addSld modSld modSection">
      <pc:chgData name="Reddy, KalluSrujan" userId="6f48e7ab-928c-416e-8f2f-beaee4dd5b93" providerId="ADAL" clId="{16B6DB76-61B1-4822-8157-003717B21836}" dt="2025-05-07T07:23:15.049" v="115" actId="14100"/>
      <pc:docMkLst>
        <pc:docMk/>
      </pc:docMkLst>
      <pc:sldChg chg="addSp delSp modSp mod modClrScheme chgLayout">
        <pc:chgData name="Reddy, KalluSrujan" userId="6f48e7ab-928c-416e-8f2f-beaee4dd5b93" providerId="ADAL" clId="{16B6DB76-61B1-4822-8157-003717B21836}" dt="2025-04-23T04:58:42.990" v="19" actId="26606"/>
        <pc:sldMkLst>
          <pc:docMk/>
          <pc:sldMk cId="2273688262" sldId="379"/>
        </pc:sldMkLst>
        <pc:spChg chg="mod ord">
          <ac:chgData name="Reddy, KalluSrujan" userId="6f48e7ab-928c-416e-8f2f-beaee4dd5b93" providerId="ADAL" clId="{16B6DB76-61B1-4822-8157-003717B21836}" dt="2025-04-23T04:58:42.990" v="19" actId="26606"/>
          <ac:spMkLst>
            <pc:docMk/>
            <pc:sldMk cId="2273688262" sldId="379"/>
            <ac:spMk id="2" creationId="{3E520AE0-B6AD-B57A-D547-AEA91A059ED3}"/>
          </ac:spMkLst>
        </pc:spChg>
        <pc:spChg chg="mod">
          <ac:chgData name="Reddy, KalluSrujan" userId="6f48e7ab-928c-416e-8f2f-beaee4dd5b93" providerId="ADAL" clId="{16B6DB76-61B1-4822-8157-003717B21836}" dt="2025-04-23T04:58:42.990" v="19" actId="26606"/>
          <ac:spMkLst>
            <pc:docMk/>
            <pc:sldMk cId="2273688262" sldId="379"/>
            <ac:spMk id="4" creationId="{56232F9C-4670-A7C1-2F31-D0C9C5BE594C}"/>
          </ac:spMkLst>
        </pc:spChg>
        <pc:spChg chg="mod">
          <ac:chgData name="Reddy, KalluSrujan" userId="6f48e7ab-928c-416e-8f2f-beaee4dd5b93" providerId="ADAL" clId="{16B6DB76-61B1-4822-8157-003717B21836}" dt="2025-04-23T04:58:42.990" v="19" actId="26606"/>
          <ac:spMkLst>
            <pc:docMk/>
            <pc:sldMk cId="2273688262" sldId="379"/>
            <ac:spMk id="5" creationId="{A0A3FE5D-0796-D8CF-5D48-157F45623E0C}"/>
          </ac:spMkLst>
        </pc:spChg>
        <pc:spChg chg="add del">
          <ac:chgData name="Reddy, KalluSrujan" userId="6f48e7ab-928c-416e-8f2f-beaee4dd5b93" providerId="ADAL" clId="{16B6DB76-61B1-4822-8157-003717B21836}" dt="2025-04-23T04:58:42.990" v="19" actId="26606"/>
          <ac:spMkLst>
            <pc:docMk/>
            <pc:sldMk cId="2273688262" sldId="379"/>
            <ac:spMk id="7" creationId="{E67D8B1B-4126-CEDB-66C8-DA7425D32092}"/>
          </ac:spMkLst>
        </pc:spChg>
      </pc:sldChg>
      <pc:sldChg chg="addSp delSp modSp mod modClrScheme chgLayout">
        <pc:chgData name="Reddy, KalluSrujan" userId="6f48e7ab-928c-416e-8f2f-beaee4dd5b93" providerId="ADAL" clId="{16B6DB76-61B1-4822-8157-003717B21836}" dt="2025-04-23T04:58:07.105" v="3" actId="26606"/>
        <pc:sldMkLst>
          <pc:docMk/>
          <pc:sldMk cId="524244528" sldId="383"/>
        </pc:sldMkLst>
        <pc:spChg chg="mod ord">
          <ac:chgData name="Reddy, KalluSrujan" userId="6f48e7ab-928c-416e-8f2f-beaee4dd5b93" providerId="ADAL" clId="{16B6DB76-61B1-4822-8157-003717B21836}" dt="2025-04-23T04:58:07.105" v="3" actId="26606"/>
          <ac:spMkLst>
            <pc:docMk/>
            <pc:sldMk cId="524244528" sldId="383"/>
            <ac:spMk id="2" creationId="{38468E82-B847-21B3-BEC6-2DAD689D3748}"/>
          </ac:spMkLst>
        </pc:spChg>
        <pc:spChg chg="mod">
          <ac:chgData name="Reddy, KalluSrujan" userId="6f48e7ab-928c-416e-8f2f-beaee4dd5b93" providerId="ADAL" clId="{16B6DB76-61B1-4822-8157-003717B21836}" dt="2025-04-23T04:58:07.105" v="3" actId="26606"/>
          <ac:spMkLst>
            <pc:docMk/>
            <pc:sldMk cId="524244528" sldId="383"/>
            <ac:spMk id="4" creationId="{905F7623-AA37-ECF8-D3E6-92A25E449380}"/>
          </ac:spMkLst>
        </pc:spChg>
        <pc:spChg chg="mod ord">
          <ac:chgData name="Reddy, KalluSrujan" userId="6f48e7ab-928c-416e-8f2f-beaee4dd5b93" providerId="ADAL" clId="{16B6DB76-61B1-4822-8157-003717B21836}" dt="2025-04-23T04:58:07.105" v="3" actId="26606"/>
          <ac:spMkLst>
            <pc:docMk/>
            <pc:sldMk cId="524244528" sldId="383"/>
            <ac:spMk id="5" creationId="{AD2215A4-5EBF-3018-CC76-F1288BCA898B}"/>
          </ac:spMkLst>
        </pc:spChg>
        <pc:spChg chg="mod ord">
          <ac:chgData name="Reddy, KalluSrujan" userId="6f48e7ab-928c-416e-8f2f-beaee4dd5b93" providerId="ADAL" clId="{16B6DB76-61B1-4822-8157-003717B21836}" dt="2025-04-23T04:58:07.105" v="3" actId="26606"/>
          <ac:spMkLst>
            <pc:docMk/>
            <pc:sldMk cId="524244528" sldId="383"/>
            <ac:spMk id="7" creationId="{E7B8D888-BDC5-763B-7F85-CA79460A6408}"/>
          </ac:spMkLst>
        </pc:spChg>
        <pc:spChg chg="mod ord">
          <ac:chgData name="Reddy, KalluSrujan" userId="6f48e7ab-928c-416e-8f2f-beaee4dd5b93" providerId="ADAL" clId="{16B6DB76-61B1-4822-8157-003717B21836}" dt="2025-04-23T04:58:07.105" v="3" actId="26606"/>
          <ac:spMkLst>
            <pc:docMk/>
            <pc:sldMk cId="524244528" sldId="383"/>
            <ac:spMk id="9" creationId="{92D4F6A4-6E73-A492-AF33-ABA852B76EE7}"/>
          </ac:spMkLst>
        </pc:spChg>
      </pc:sldChg>
      <pc:sldChg chg="addSp delSp modSp new mod modNotesTx">
        <pc:chgData name="Reddy, KalluSrujan" userId="6f48e7ab-928c-416e-8f2f-beaee4dd5b93" providerId="ADAL" clId="{16B6DB76-61B1-4822-8157-003717B21836}" dt="2025-05-07T07:23:15.049" v="115" actId="14100"/>
        <pc:sldMkLst>
          <pc:docMk/>
          <pc:sldMk cId="3311913987" sldId="385"/>
        </pc:sldMkLst>
        <pc:spChg chg="del">
          <ac:chgData name="Reddy, KalluSrujan" userId="6f48e7ab-928c-416e-8f2f-beaee4dd5b93" providerId="ADAL" clId="{16B6DB76-61B1-4822-8157-003717B21836}" dt="2025-05-07T06:35:28.094" v="22" actId="478"/>
          <ac:spMkLst>
            <pc:docMk/>
            <pc:sldMk cId="3311913987" sldId="385"/>
            <ac:spMk id="2" creationId="{9A060408-92B1-28E3-E698-8634F294ACBE}"/>
          </ac:spMkLst>
        </pc:spChg>
        <pc:spChg chg="del">
          <ac:chgData name="Reddy, KalluSrujan" userId="6f48e7ab-928c-416e-8f2f-beaee4dd5b93" providerId="ADAL" clId="{16B6DB76-61B1-4822-8157-003717B21836}" dt="2025-05-07T06:35:27.293" v="21" actId="478"/>
          <ac:spMkLst>
            <pc:docMk/>
            <pc:sldMk cId="3311913987" sldId="385"/>
            <ac:spMk id="3" creationId="{17D7C7B5-4E68-1042-7D43-A14D8A36EB72}"/>
          </ac:spMkLst>
        </pc:spChg>
        <pc:spChg chg="del">
          <ac:chgData name="Reddy, KalluSrujan" userId="6f48e7ab-928c-416e-8f2f-beaee4dd5b93" providerId="ADAL" clId="{16B6DB76-61B1-4822-8157-003717B21836}" dt="2025-05-07T06:35:37.401" v="23" actId="478"/>
          <ac:spMkLst>
            <pc:docMk/>
            <pc:sldMk cId="3311913987" sldId="385"/>
            <ac:spMk id="4" creationId="{816BDDBF-1207-8972-96B1-BABCFD9CCF69}"/>
          </ac:spMkLst>
        </pc:spChg>
        <pc:spChg chg="del">
          <ac:chgData name="Reddy, KalluSrujan" userId="6f48e7ab-928c-416e-8f2f-beaee4dd5b93" providerId="ADAL" clId="{16B6DB76-61B1-4822-8157-003717B21836}" dt="2025-05-07T06:35:39.685" v="24" actId="478"/>
          <ac:spMkLst>
            <pc:docMk/>
            <pc:sldMk cId="3311913987" sldId="385"/>
            <ac:spMk id="5" creationId="{E7B1124E-D726-75E9-13D6-8246A8C482E1}"/>
          </ac:spMkLst>
        </pc:spChg>
        <pc:graphicFrameChg chg="add del mod modGraphic">
          <ac:chgData name="Reddy, KalluSrujan" userId="6f48e7ab-928c-416e-8f2f-beaee4dd5b93" providerId="ADAL" clId="{16B6DB76-61B1-4822-8157-003717B21836}" dt="2025-05-07T06:49:37.171" v="30" actId="478"/>
          <ac:graphicFrameMkLst>
            <pc:docMk/>
            <pc:sldMk cId="3311913987" sldId="385"/>
            <ac:graphicFrameMk id="6" creationId="{69845E52-5BF1-9E4B-6597-2888C126A491}"/>
          </ac:graphicFrameMkLst>
        </pc:graphicFrameChg>
        <pc:graphicFrameChg chg="add mod modGraphic">
          <ac:chgData name="Reddy, KalluSrujan" userId="6f48e7ab-928c-416e-8f2f-beaee4dd5b93" providerId="ADAL" clId="{16B6DB76-61B1-4822-8157-003717B21836}" dt="2025-05-07T07:23:15.049" v="115" actId="14100"/>
          <ac:graphicFrameMkLst>
            <pc:docMk/>
            <pc:sldMk cId="3311913987" sldId="385"/>
            <ac:graphicFrameMk id="7" creationId="{9AA5EC70-C523-64A9-C81F-FA069E1EC3E5}"/>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F9442C-DB13-C449-BBA8-7F1339123A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7872228-9E3E-EF45-9A53-B9C31E4549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44A004-C94A-6B4E-A582-959269AE41CF}" type="datetimeFigureOut">
              <a:rPr lang="en-US" smtClean="0"/>
              <a:t>5/7/2025</a:t>
            </a:fld>
            <a:endParaRPr lang="en-US"/>
          </a:p>
        </p:txBody>
      </p:sp>
      <p:sp>
        <p:nvSpPr>
          <p:cNvPr id="4" name="Footer Placeholder 3">
            <a:extLst>
              <a:ext uri="{FF2B5EF4-FFF2-40B4-BE49-F238E27FC236}">
                <a16:creationId xmlns:a16="http://schemas.microsoft.com/office/drawing/2014/main" id="{5D033D2C-22A3-2648-9EF5-8C98104739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1846DE-3A29-854E-85CD-FCB0866B95C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726E3-60C0-BB45-B15B-2DA85423E6D2}" type="slidenum">
              <a:rPr lang="en-US" smtClean="0"/>
              <a:t>‹#›</a:t>
            </a:fld>
            <a:endParaRPr lang="en-US"/>
          </a:p>
        </p:txBody>
      </p:sp>
    </p:spTree>
    <p:extLst>
      <p:ext uri="{BB962C8B-B14F-4D97-AF65-F5344CB8AC3E}">
        <p14:creationId xmlns:p14="http://schemas.microsoft.com/office/powerpoint/2010/main" val="1120311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9332B-170F-4342-A2F1-030A995BDF87}" type="datetimeFigureOut">
              <a:rPr lang="en-US" smtClean="0"/>
              <a:t>5/7/2025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BC67D-1861-E743-816C-7049E1745850}" type="slidenum">
              <a:rPr lang="en-US" smtClean="0"/>
              <a:t>‹#›</a:t>
            </a:fld>
            <a:endParaRPr lang="en-US"/>
          </a:p>
        </p:txBody>
      </p:sp>
    </p:spTree>
    <p:extLst>
      <p:ext uri="{BB962C8B-B14F-4D97-AF65-F5344CB8AC3E}">
        <p14:creationId xmlns:p14="http://schemas.microsoft.com/office/powerpoint/2010/main" val="554658004"/>
      </p:ext>
    </p:extLst>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p:txBody>
      </p:sp>
      <p:sp>
        <p:nvSpPr>
          <p:cNvPr id="4" name="Slide Number Placeholder 3"/>
          <p:cNvSpPr>
            <a:spLocks noGrp="1"/>
          </p:cNvSpPr>
          <p:nvPr>
            <p:ph type="sldNum" sz="quarter" idx="5"/>
          </p:nvPr>
        </p:nvSpPr>
        <p:spPr/>
        <p:txBody>
          <a:bodyPr/>
          <a:lstStyle/>
          <a:p>
            <a:fld id="{F6EBC67D-1861-E743-816C-7049E1745850}" type="slidenum">
              <a:rPr lang="en-US" smtClean="0"/>
              <a:t>8</a:t>
            </a:fld>
            <a:endParaRPr lang="en-US"/>
          </a:p>
        </p:txBody>
      </p:sp>
    </p:spTree>
    <p:extLst>
      <p:ext uri="{BB962C8B-B14F-4D97-AF65-F5344CB8AC3E}">
        <p14:creationId xmlns:p14="http://schemas.microsoft.com/office/powerpoint/2010/main" val="39767815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2.jpe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4.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background image">
    <p:spTree>
      <p:nvGrpSpPr>
        <p:cNvPr id="1" name=""/>
        <p:cNvGrpSpPr/>
        <p:nvPr/>
      </p:nvGrpSpPr>
      <p:grpSpPr>
        <a:xfrm>
          <a:off x="0" y="0"/>
          <a:ext cx="0" cy="0"/>
          <a:chOff x="0" y="0"/>
          <a:chExt cx="0" cy="0"/>
        </a:xfrm>
      </p:grpSpPr>
      <p:pic>
        <p:nvPicPr>
          <p:cNvPr id="12" name="Picture 11" descr="A picture containing outdoor, woman, city, water&#10;&#10;Description automatically generated">
            <a:extLst>
              <a:ext uri="{FF2B5EF4-FFF2-40B4-BE49-F238E27FC236}">
                <a16:creationId xmlns:a16="http://schemas.microsoft.com/office/drawing/2014/main" id="{B9014F22-6D79-684F-A7A1-13777E5BFF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2"/>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717E320A-AE9E-3247-93CC-725226372E42}"/>
              </a:ext>
            </a:extLst>
          </p:cNvPr>
          <p:cNvSpPr/>
          <p:nvPr userDrawn="1"/>
        </p:nvSpPr>
        <p:spPr>
          <a:xfrm>
            <a:off x="-1" y="-1"/>
            <a:ext cx="12192000" cy="6858001"/>
          </a:xfrm>
          <a:prstGeom prst="rect">
            <a:avLst/>
          </a:prstGeom>
          <a:gradFill flip="none" rotWithShape="1">
            <a:gsLst>
              <a:gs pos="100000">
                <a:schemeClr val="accent1">
                  <a:lumMod val="0"/>
                  <a:lumOff val="100000"/>
                  <a:alpha val="90000"/>
                </a:schemeClr>
              </a:gs>
              <a:gs pos="7000">
                <a:schemeClr val="bg1">
                  <a:alpha val="3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6293381D-8EF8-C145-B2C7-528E878A4F81}"/>
              </a:ext>
            </a:extLst>
          </p:cNvPr>
          <p:cNvSpPr>
            <a:spLocks noGrp="1"/>
          </p:cNvSpPr>
          <p:nvPr>
            <p:ph type="ftr" sz="quarter" idx="10"/>
          </p:nvPr>
        </p:nvSpPr>
        <p:spPr/>
        <p:txBody>
          <a:body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p:txBody>
      </p:sp>
      <p:sp>
        <p:nvSpPr>
          <p:cNvPr id="8" name="Title 7">
            <a:extLst>
              <a:ext uri="{FF2B5EF4-FFF2-40B4-BE49-F238E27FC236}">
                <a16:creationId xmlns:a16="http://schemas.microsoft.com/office/drawing/2014/main" id="{498EBF0E-B0EC-F14C-B262-99A122ED50DD}"/>
              </a:ext>
            </a:extLst>
          </p:cNvPr>
          <p:cNvSpPr>
            <a:spLocks noGrp="1"/>
          </p:cNvSpPr>
          <p:nvPr>
            <p:ph type="title" hasCustomPrompt="1"/>
          </p:nvPr>
        </p:nvSpPr>
        <p:spPr/>
        <p:txBody>
          <a:bodyPr/>
          <a:lstStyle/>
          <a:p>
            <a:r>
              <a:rPr lang="en-US"/>
              <a:t>Presentation Title</a:t>
            </a:r>
          </a:p>
        </p:txBody>
      </p:sp>
      <p:sp>
        <p:nvSpPr>
          <p:cNvPr id="11" name="Text Placeholder 3">
            <a:extLst>
              <a:ext uri="{FF2B5EF4-FFF2-40B4-BE49-F238E27FC236}">
                <a16:creationId xmlns:a16="http://schemas.microsoft.com/office/drawing/2014/main" id="{44C9AD44-6DD3-CF45-9639-CF98ADF96DDA}"/>
              </a:ext>
            </a:extLst>
          </p:cNvPr>
          <p:cNvSpPr>
            <a:spLocks noGrp="1"/>
          </p:cNvSpPr>
          <p:nvPr>
            <p:ph type="body" sz="quarter" idx="11" hasCustomPrompt="1"/>
          </p:nvPr>
        </p:nvSpPr>
        <p:spPr>
          <a:xfrm>
            <a:off x="457200" y="4572001"/>
            <a:ext cx="10627895" cy="866274"/>
          </a:xfr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a:solidFill>
                  <a:srgbClr val="63666A"/>
                </a:solidFill>
              </a:defRPr>
            </a:lvl1pPr>
          </a:lstStyle>
          <a:p>
            <a:r>
              <a:rPr lang="en-US" sz="1800"/>
              <a:t>Subtitle can go here / Presented by Name of Presenter</a:t>
            </a:r>
            <a:br>
              <a:rPr lang="en-US" sz="1800"/>
            </a:br>
            <a:r>
              <a:rPr lang="en-US" sz="1800"/>
              <a:t>Day / Month / Year</a:t>
            </a:r>
          </a:p>
        </p:txBody>
      </p:sp>
      <p:pic>
        <p:nvPicPr>
          <p:cNvPr id="3" name="Picture 2">
            <a:extLst>
              <a:ext uri="{FF2B5EF4-FFF2-40B4-BE49-F238E27FC236}">
                <a16:creationId xmlns:a16="http://schemas.microsoft.com/office/drawing/2014/main" id="{F0A0190C-5A1D-333C-F341-107AEB3C5E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8126" y="1606024"/>
            <a:ext cx="2139950" cy="1019024"/>
          </a:xfrm>
          <a:prstGeom prst="rect">
            <a:avLst/>
          </a:prstGeom>
        </p:spPr>
      </p:pic>
    </p:spTree>
    <p:extLst>
      <p:ext uri="{BB962C8B-B14F-4D97-AF65-F5344CB8AC3E}">
        <p14:creationId xmlns:p14="http://schemas.microsoft.com/office/powerpoint/2010/main" val="2935099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mage">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C98DCD82-AC50-1D4B-9401-675736F456CA}"/>
              </a:ext>
            </a:extLst>
          </p:cNvPr>
          <p:cNvSpPr>
            <a:spLocks noGrp="1"/>
          </p:cNvSpPr>
          <p:nvPr>
            <p:ph type="pic" sz="quarter" idx="14" hasCustomPrompt="1"/>
          </p:nvPr>
        </p:nvSpPr>
        <p:spPr>
          <a:xfrm>
            <a:off x="0" y="0"/>
            <a:ext cx="6007100" cy="6858000"/>
          </a:xfrm>
        </p:spPr>
        <p:txBody>
          <a:bodyPr anchor="ctr"/>
          <a:lstStyle>
            <a:lvl1pPr algn="ctr">
              <a:defRPr b="1">
                <a:solidFill>
                  <a:schemeClr val="accent4"/>
                </a:solidFill>
              </a:defRPr>
            </a:lvl1pPr>
          </a:lstStyle>
          <a:p>
            <a:r>
              <a:rPr lang="en-US"/>
              <a:t>[insert image here]</a:t>
            </a:r>
          </a:p>
        </p:txBody>
      </p:sp>
      <p:sp>
        <p:nvSpPr>
          <p:cNvPr id="16" name="Footer Placeholder 4">
            <a:extLst>
              <a:ext uri="{FF2B5EF4-FFF2-40B4-BE49-F238E27FC236}">
                <a16:creationId xmlns:a16="http://schemas.microsoft.com/office/drawing/2014/main" id="{C2496612-2F39-3548-9C30-ECCEE473D587}"/>
              </a:ext>
            </a:extLst>
          </p:cNvPr>
          <p:cNvSpPr txBox="1">
            <a:spLocks/>
          </p:cNvSpPr>
          <p:nvPr userDrawn="1"/>
        </p:nvSpPr>
        <p:spPr>
          <a:xfrm>
            <a:off x="6340979" y="6210103"/>
            <a:ext cx="5464243" cy="528030"/>
          </a:xfrm>
          <a:prstGeom prst="rect">
            <a:avLst/>
          </a:prstGeom>
        </p:spPr>
        <p:txBody>
          <a:bodyPr vert="horz" lIns="0" tIns="0" rIns="0" bIns="0" rtlCol="0" anchor="t" anchorCtr="0"/>
          <a:lstStyle>
            <a:defPPr>
              <a:defRPr lang="en-US"/>
            </a:defPPr>
            <a:lvl1pPr marL="0" algn="l" defTabSz="914400" rtl="0" eaLnBrk="1" latinLnBrk="0" hangingPunct="1">
              <a:defRPr sz="650" kern="1200">
                <a:solidFill>
                  <a:schemeClr val="bg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a:p>
            <a:endParaRPr lang="en-US" dirty="0"/>
          </a:p>
        </p:txBody>
      </p:sp>
      <p:sp>
        <p:nvSpPr>
          <p:cNvPr id="7" name="Footer Placeholder 6">
            <a:extLst>
              <a:ext uri="{FF2B5EF4-FFF2-40B4-BE49-F238E27FC236}">
                <a16:creationId xmlns:a16="http://schemas.microsoft.com/office/drawing/2014/main" id="{6293381D-8EF8-C145-B2C7-528E878A4F81}"/>
              </a:ext>
            </a:extLst>
          </p:cNvPr>
          <p:cNvSpPr>
            <a:spLocks noGrp="1"/>
          </p:cNvSpPr>
          <p:nvPr>
            <p:ph type="ftr" sz="quarter" idx="10"/>
          </p:nvPr>
        </p:nvSpPr>
        <p:spPr>
          <a:xfrm>
            <a:off x="6400800" y="6117022"/>
            <a:ext cx="5638801" cy="447736"/>
          </a:xfrm>
        </p:spPr>
        <p:txBody>
          <a:body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p:txBody>
      </p:sp>
      <p:sp>
        <p:nvSpPr>
          <p:cNvPr id="8" name="Title 7">
            <a:extLst>
              <a:ext uri="{FF2B5EF4-FFF2-40B4-BE49-F238E27FC236}">
                <a16:creationId xmlns:a16="http://schemas.microsoft.com/office/drawing/2014/main" id="{498EBF0E-B0EC-F14C-B262-99A122ED50DD}"/>
              </a:ext>
            </a:extLst>
          </p:cNvPr>
          <p:cNvSpPr>
            <a:spLocks noGrp="1"/>
          </p:cNvSpPr>
          <p:nvPr>
            <p:ph type="title" hasCustomPrompt="1"/>
          </p:nvPr>
        </p:nvSpPr>
        <p:spPr>
          <a:xfrm>
            <a:off x="6400799" y="3154680"/>
            <a:ext cx="5638801" cy="1325563"/>
          </a:xfrm>
        </p:spPr>
        <p:txBody>
          <a:bodyPr/>
          <a:lstStyle/>
          <a:p>
            <a:r>
              <a:rPr lang="en-US"/>
              <a:t>Presentation Title</a:t>
            </a:r>
          </a:p>
        </p:txBody>
      </p:sp>
      <p:sp>
        <p:nvSpPr>
          <p:cNvPr id="11" name="Text Placeholder 3">
            <a:extLst>
              <a:ext uri="{FF2B5EF4-FFF2-40B4-BE49-F238E27FC236}">
                <a16:creationId xmlns:a16="http://schemas.microsoft.com/office/drawing/2014/main" id="{44C9AD44-6DD3-CF45-9639-CF98ADF96DDA}"/>
              </a:ext>
            </a:extLst>
          </p:cNvPr>
          <p:cNvSpPr>
            <a:spLocks noGrp="1"/>
          </p:cNvSpPr>
          <p:nvPr>
            <p:ph type="body" sz="quarter" idx="11" hasCustomPrompt="1"/>
          </p:nvPr>
        </p:nvSpPr>
        <p:spPr>
          <a:xfrm>
            <a:off x="6400800" y="4572001"/>
            <a:ext cx="5638801" cy="866274"/>
          </a:xfr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a:solidFill>
                  <a:srgbClr val="63666A"/>
                </a:solidFill>
              </a:defRPr>
            </a:lvl1pPr>
          </a:lstStyle>
          <a:p>
            <a:r>
              <a:rPr lang="en-US" sz="1800"/>
              <a:t>Subtitle can go here / Presented by Name of Presenter</a:t>
            </a:r>
            <a:br>
              <a:rPr lang="en-US" sz="1800"/>
            </a:br>
            <a:r>
              <a:rPr lang="en-US" sz="1800"/>
              <a:t>Day / Month / Year</a:t>
            </a:r>
          </a:p>
        </p:txBody>
      </p:sp>
      <p:pic>
        <p:nvPicPr>
          <p:cNvPr id="3" name="Picture 2">
            <a:extLst>
              <a:ext uri="{FF2B5EF4-FFF2-40B4-BE49-F238E27FC236}">
                <a16:creationId xmlns:a16="http://schemas.microsoft.com/office/drawing/2014/main" id="{33F7ABAE-FEB7-2DE0-163D-290858998C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8552" y="1607324"/>
            <a:ext cx="2139950" cy="1019024"/>
          </a:xfrm>
          <a:prstGeom prst="rect">
            <a:avLst/>
          </a:prstGeom>
        </p:spPr>
      </p:pic>
    </p:spTree>
    <p:extLst>
      <p:ext uri="{BB962C8B-B14F-4D97-AF65-F5344CB8AC3E}">
        <p14:creationId xmlns:p14="http://schemas.microsoft.com/office/powerpoint/2010/main" val="4152989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ue backgroun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6E4575-FB6D-0344-8F48-AC63F2CEF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844" y="0"/>
            <a:ext cx="12205844" cy="6858001"/>
          </a:xfrm>
          <a:prstGeom prst="rect">
            <a:avLst/>
          </a:prstGeom>
        </p:spPr>
      </p:pic>
      <p:sp>
        <p:nvSpPr>
          <p:cNvPr id="7" name="Footer Placeholder 6">
            <a:extLst>
              <a:ext uri="{FF2B5EF4-FFF2-40B4-BE49-F238E27FC236}">
                <a16:creationId xmlns:a16="http://schemas.microsoft.com/office/drawing/2014/main" id="{6293381D-8EF8-C145-B2C7-528E878A4F81}"/>
              </a:ext>
            </a:extLst>
          </p:cNvPr>
          <p:cNvSpPr>
            <a:spLocks noGrp="1"/>
          </p:cNvSpPr>
          <p:nvPr>
            <p:ph type="ftr" sz="quarter" idx="10"/>
          </p:nvPr>
        </p:nvSpPr>
        <p:spPr/>
        <p:txBody>
          <a:bodyPr/>
          <a:lstStyle>
            <a:lvl1pPr>
              <a:defRPr>
                <a:solidFill>
                  <a:schemeClr val="bg1"/>
                </a:solidFill>
              </a:defRPr>
            </a:lvl1p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p:txBody>
      </p:sp>
      <p:sp>
        <p:nvSpPr>
          <p:cNvPr id="8" name="Title 7">
            <a:extLst>
              <a:ext uri="{FF2B5EF4-FFF2-40B4-BE49-F238E27FC236}">
                <a16:creationId xmlns:a16="http://schemas.microsoft.com/office/drawing/2014/main" id="{498EBF0E-B0EC-F14C-B262-99A122ED50DD}"/>
              </a:ext>
            </a:extLst>
          </p:cNvPr>
          <p:cNvSpPr>
            <a:spLocks noGrp="1"/>
          </p:cNvSpPr>
          <p:nvPr>
            <p:ph type="title" hasCustomPrompt="1"/>
          </p:nvPr>
        </p:nvSpPr>
        <p:spPr/>
        <p:txBody>
          <a:bodyPr/>
          <a:lstStyle>
            <a:lvl1pPr>
              <a:defRPr>
                <a:solidFill>
                  <a:schemeClr val="bg1"/>
                </a:solidFill>
              </a:defRPr>
            </a:lvl1pPr>
          </a:lstStyle>
          <a:p>
            <a:r>
              <a:rPr lang="en-US"/>
              <a:t>Presentation Title</a:t>
            </a:r>
          </a:p>
        </p:txBody>
      </p:sp>
      <p:sp>
        <p:nvSpPr>
          <p:cNvPr id="4" name="Text Placeholder 3">
            <a:extLst>
              <a:ext uri="{FF2B5EF4-FFF2-40B4-BE49-F238E27FC236}">
                <a16:creationId xmlns:a16="http://schemas.microsoft.com/office/drawing/2014/main" id="{39759291-8B36-BC40-8376-F990A70C67B9}"/>
              </a:ext>
            </a:extLst>
          </p:cNvPr>
          <p:cNvSpPr>
            <a:spLocks noGrp="1"/>
          </p:cNvSpPr>
          <p:nvPr>
            <p:ph type="body" sz="quarter" idx="11" hasCustomPrompt="1"/>
          </p:nvPr>
        </p:nvSpPr>
        <p:spPr>
          <a:xfrm>
            <a:off x="457200" y="4572001"/>
            <a:ext cx="10627895" cy="866274"/>
          </a:xfr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a:solidFill>
                  <a:schemeClr val="bg1"/>
                </a:solidFill>
              </a:defRPr>
            </a:lvl1pPr>
          </a:lstStyle>
          <a:p>
            <a:r>
              <a:rPr lang="en-US" sz="1800"/>
              <a:t>Subtitle can go here / Presented by Name of Presenter</a:t>
            </a:r>
            <a:br>
              <a:rPr lang="en-US" sz="1800"/>
            </a:br>
            <a:r>
              <a:rPr lang="en-US" sz="1800"/>
              <a:t>Day / Month / Year</a:t>
            </a:r>
          </a:p>
        </p:txBody>
      </p:sp>
      <p:pic>
        <p:nvPicPr>
          <p:cNvPr id="3" name="Picture 2" descr="Logo&#10;&#10;Description automatically generated">
            <a:extLst>
              <a:ext uri="{FF2B5EF4-FFF2-40B4-BE49-F238E27FC236}">
                <a16:creationId xmlns:a16="http://schemas.microsoft.com/office/drawing/2014/main" id="{4ABDA83D-4724-881F-0620-2156CD0C3D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7691" y="1608007"/>
            <a:ext cx="2137209" cy="1017718"/>
          </a:xfrm>
          <a:prstGeom prst="rect">
            <a:avLst/>
          </a:prstGeom>
        </p:spPr>
      </p:pic>
    </p:spTree>
    <p:extLst>
      <p:ext uri="{BB962C8B-B14F-4D97-AF65-F5344CB8AC3E}">
        <p14:creationId xmlns:p14="http://schemas.microsoft.com/office/powerpoint/2010/main" val="4233853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purple backgroun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A98815-7921-6946-9619-D2D918C6203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205844" cy="6858001"/>
          </a:xfrm>
          <a:prstGeom prst="rect">
            <a:avLst/>
          </a:prstGeom>
        </p:spPr>
      </p:pic>
      <p:sp>
        <p:nvSpPr>
          <p:cNvPr id="7" name="Footer Placeholder 6">
            <a:extLst>
              <a:ext uri="{FF2B5EF4-FFF2-40B4-BE49-F238E27FC236}">
                <a16:creationId xmlns:a16="http://schemas.microsoft.com/office/drawing/2014/main" id="{6293381D-8EF8-C145-B2C7-528E878A4F81}"/>
              </a:ext>
            </a:extLst>
          </p:cNvPr>
          <p:cNvSpPr>
            <a:spLocks noGrp="1"/>
          </p:cNvSpPr>
          <p:nvPr>
            <p:ph type="ftr" sz="quarter" idx="10"/>
          </p:nvPr>
        </p:nvSpPr>
        <p:spPr/>
        <p:txBody>
          <a:bodyPr/>
          <a:lstStyle>
            <a:lvl1pPr>
              <a:defRPr>
                <a:solidFill>
                  <a:schemeClr val="bg1"/>
                </a:solidFill>
              </a:defRPr>
            </a:lvl1p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p:txBody>
      </p:sp>
      <p:sp>
        <p:nvSpPr>
          <p:cNvPr id="8" name="Title 7">
            <a:extLst>
              <a:ext uri="{FF2B5EF4-FFF2-40B4-BE49-F238E27FC236}">
                <a16:creationId xmlns:a16="http://schemas.microsoft.com/office/drawing/2014/main" id="{498EBF0E-B0EC-F14C-B262-99A122ED50DD}"/>
              </a:ext>
            </a:extLst>
          </p:cNvPr>
          <p:cNvSpPr>
            <a:spLocks noGrp="1"/>
          </p:cNvSpPr>
          <p:nvPr>
            <p:ph type="title" hasCustomPrompt="1"/>
          </p:nvPr>
        </p:nvSpPr>
        <p:spPr/>
        <p:txBody>
          <a:bodyPr/>
          <a:lstStyle>
            <a:lvl1pPr>
              <a:defRPr>
                <a:solidFill>
                  <a:schemeClr val="bg1"/>
                </a:solidFill>
              </a:defRPr>
            </a:lvl1pPr>
          </a:lstStyle>
          <a:p>
            <a:r>
              <a:rPr lang="en-US"/>
              <a:t>Presentation Title</a:t>
            </a:r>
          </a:p>
        </p:txBody>
      </p:sp>
      <p:sp>
        <p:nvSpPr>
          <p:cNvPr id="12" name="Text Placeholder 3">
            <a:extLst>
              <a:ext uri="{FF2B5EF4-FFF2-40B4-BE49-F238E27FC236}">
                <a16:creationId xmlns:a16="http://schemas.microsoft.com/office/drawing/2014/main" id="{C247A9B4-32E0-5F41-8A1A-0596343EC53D}"/>
              </a:ext>
            </a:extLst>
          </p:cNvPr>
          <p:cNvSpPr>
            <a:spLocks noGrp="1"/>
          </p:cNvSpPr>
          <p:nvPr>
            <p:ph type="body" sz="quarter" idx="11" hasCustomPrompt="1"/>
          </p:nvPr>
        </p:nvSpPr>
        <p:spPr>
          <a:xfrm>
            <a:off x="457200" y="4572001"/>
            <a:ext cx="10627895" cy="866274"/>
          </a:xfr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a:solidFill>
                  <a:schemeClr val="bg1"/>
                </a:solidFill>
              </a:defRPr>
            </a:lvl1pPr>
          </a:lstStyle>
          <a:p>
            <a:r>
              <a:rPr lang="en-US" sz="1800"/>
              <a:t>Subtitle can go here / Presented by Name of Presenter</a:t>
            </a:r>
            <a:br>
              <a:rPr lang="en-US" sz="1800"/>
            </a:br>
            <a:r>
              <a:rPr lang="en-US" sz="1800"/>
              <a:t>Day / Month / Year</a:t>
            </a:r>
          </a:p>
        </p:txBody>
      </p:sp>
      <p:pic>
        <p:nvPicPr>
          <p:cNvPr id="2" name="Picture 1" descr="Logo&#10;&#10;Description automatically generated">
            <a:extLst>
              <a:ext uri="{FF2B5EF4-FFF2-40B4-BE49-F238E27FC236}">
                <a16:creationId xmlns:a16="http://schemas.microsoft.com/office/drawing/2014/main" id="{E471F95C-39FF-9C52-9C11-C50A50CFC9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7691" y="1608007"/>
            <a:ext cx="2137209" cy="1017718"/>
          </a:xfrm>
          <a:prstGeom prst="rect">
            <a:avLst/>
          </a:prstGeom>
        </p:spPr>
      </p:pic>
    </p:spTree>
    <p:extLst>
      <p:ext uri="{BB962C8B-B14F-4D97-AF65-F5344CB8AC3E}">
        <p14:creationId xmlns:p14="http://schemas.microsoft.com/office/powerpoint/2010/main" val="95835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raspberry backgroun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86EDC8-2DBF-1D4A-B20F-045E4459C9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219704" cy="6858001"/>
          </a:xfrm>
          <a:prstGeom prst="rect">
            <a:avLst/>
          </a:prstGeom>
        </p:spPr>
      </p:pic>
      <p:sp>
        <p:nvSpPr>
          <p:cNvPr id="7" name="Footer Placeholder 6">
            <a:extLst>
              <a:ext uri="{FF2B5EF4-FFF2-40B4-BE49-F238E27FC236}">
                <a16:creationId xmlns:a16="http://schemas.microsoft.com/office/drawing/2014/main" id="{6293381D-8EF8-C145-B2C7-528E878A4F81}"/>
              </a:ext>
            </a:extLst>
          </p:cNvPr>
          <p:cNvSpPr>
            <a:spLocks noGrp="1"/>
          </p:cNvSpPr>
          <p:nvPr>
            <p:ph type="ftr" sz="quarter" idx="10"/>
          </p:nvPr>
        </p:nvSpPr>
        <p:spPr/>
        <p:txBody>
          <a:bodyPr/>
          <a:lstStyle>
            <a:lvl1pPr>
              <a:defRPr>
                <a:solidFill>
                  <a:schemeClr val="bg1"/>
                </a:solidFill>
              </a:defRPr>
            </a:lvl1p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p:txBody>
      </p:sp>
      <p:sp>
        <p:nvSpPr>
          <p:cNvPr id="8" name="Title 7">
            <a:extLst>
              <a:ext uri="{FF2B5EF4-FFF2-40B4-BE49-F238E27FC236}">
                <a16:creationId xmlns:a16="http://schemas.microsoft.com/office/drawing/2014/main" id="{498EBF0E-B0EC-F14C-B262-99A122ED50DD}"/>
              </a:ext>
            </a:extLst>
          </p:cNvPr>
          <p:cNvSpPr>
            <a:spLocks noGrp="1"/>
          </p:cNvSpPr>
          <p:nvPr>
            <p:ph type="title" hasCustomPrompt="1"/>
          </p:nvPr>
        </p:nvSpPr>
        <p:spPr/>
        <p:txBody>
          <a:bodyPr/>
          <a:lstStyle>
            <a:lvl1pPr>
              <a:defRPr>
                <a:solidFill>
                  <a:schemeClr val="bg1"/>
                </a:solidFill>
              </a:defRPr>
            </a:lvl1pPr>
          </a:lstStyle>
          <a:p>
            <a:r>
              <a:rPr lang="en-US"/>
              <a:t>Presentation Title</a:t>
            </a:r>
          </a:p>
        </p:txBody>
      </p:sp>
      <p:sp>
        <p:nvSpPr>
          <p:cNvPr id="10" name="Text Placeholder 3">
            <a:extLst>
              <a:ext uri="{FF2B5EF4-FFF2-40B4-BE49-F238E27FC236}">
                <a16:creationId xmlns:a16="http://schemas.microsoft.com/office/drawing/2014/main" id="{84BA7778-668B-AF40-BCA4-FDC31F27B2D2}"/>
              </a:ext>
            </a:extLst>
          </p:cNvPr>
          <p:cNvSpPr>
            <a:spLocks noGrp="1"/>
          </p:cNvSpPr>
          <p:nvPr>
            <p:ph type="body" sz="quarter" idx="11" hasCustomPrompt="1"/>
          </p:nvPr>
        </p:nvSpPr>
        <p:spPr>
          <a:xfrm>
            <a:off x="457200" y="4572001"/>
            <a:ext cx="10627895" cy="866274"/>
          </a:xfr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a:solidFill>
                  <a:schemeClr val="bg1"/>
                </a:solidFill>
              </a:defRPr>
            </a:lvl1pPr>
          </a:lstStyle>
          <a:p>
            <a:r>
              <a:rPr lang="en-US" sz="1800"/>
              <a:t>Subtitle can go here / Presented by Name of Presenter</a:t>
            </a:r>
            <a:br>
              <a:rPr lang="en-US" sz="1800"/>
            </a:br>
            <a:r>
              <a:rPr lang="en-US" sz="1800"/>
              <a:t>Day / Month / Year</a:t>
            </a:r>
          </a:p>
        </p:txBody>
      </p:sp>
      <p:pic>
        <p:nvPicPr>
          <p:cNvPr id="2" name="Picture 1" descr="Logo&#10;&#10;Description automatically generated">
            <a:extLst>
              <a:ext uri="{FF2B5EF4-FFF2-40B4-BE49-F238E27FC236}">
                <a16:creationId xmlns:a16="http://schemas.microsoft.com/office/drawing/2014/main" id="{8A874D56-B375-201E-9807-BFE1D25199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7691" y="1608007"/>
            <a:ext cx="2137209" cy="1017718"/>
          </a:xfrm>
          <a:prstGeom prst="rect">
            <a:avLst/>
          </a:prstGeom>
        </p:spPr>
      </p:pic>
    </p:spTree>
    <p:extLst>
      <p:ext uri="{BB962C8B-B14F-4D97-AF65-F5344CB8AC3E}">
        <p14:creationId xmlns:p14="http://schemas.microsoft.com/office/powerpoint/2010/main" val="3855251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pink backgroun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FA9373-3C72-6146-94D9-87FB6528DC8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216680" cy="6858000"/>
          </a:xfrm>
          <a:prstGeom prst="rect">
            <a:avLst/>
          </a:prstGeom>
        </p:spPr>
      </p:pic>
      <p:sp>
        <p:nvSpPr>
          <p:cNvPr id="7" name="Footer Placeholder 6">
            <a:extLst>
              <a:ext uri="{FF2B5EF4-FFF2-40B4-BE49-F238E27FC236}">
                <a16:creationId xmlns:a16="http://schemas.microsoft.com/office/drawing/2014/main" id="{6293381D-8EF8-C145-B2C7-528E878A4F81}"/>
              </a:ext>
            </a:extLst>
          </p:cNvPr>
          <p:cNvSpPr>
            <a:spLocks noGrp="1"/>
          </p:cNvSpPr>
          <p:nvPr>
            <p:ph type="ftr" sz="quarter" idx="10"/>
          </p:nvPr>
        </p:nvSpPr>
        <p:spPr/>
        <p:txBody>
          <a:bodyPr/>
          <a:lstStyle>
            <a:lvl1pPr>
              <a:defRPr>
                <a:solidFill>
                  <a:schemeClr val="bg1"/>
                </a:solidFill>
              </a:defRPr>
            </a:lvl1p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p:txBody>
      </p:sp>
      <p:sp>
        <p:nvSpPr>
          <p:cNvPr id="8" name="Title 7">
            <a:extLst>
              <a:ext uri="{FF2B5EF4-FFF2-40B4-BE49-F238E27FC236}">
                <a16:creationId xmlns:a16="http://schemas.microsoft.com/office/drawing/2014/main" id="{498EBF0E-B0EC-F14C-B262-99A122ED50DD}"/>
              </a:ext>
            </a:extLst>
          </p:cNvPr>
          <p:cNvSpPr>
            <a:spLocks noGrp="1"/>
          </p:cNvSpPr>
          <p:nvPr>
            <p:ph type="title" hasCustomPrompt="1"/>
          </p:nvPr>
        </p:nvSpPr>
        <p:spPr/>
        <p:txBody>
          <a:bodyPr/>
          <a:lstStyle>
            <a:lvl1pPr>
              <a:defRPr>
                <a:solidFill>
                  <a:schemeClr val="bg1"/>
                </a:solidFill>
              </a:defRPr>
            </a:lvl1pPr>
          </a:lstStyle>
          <a:p>
            <a:r>
              <a:rPr lang="en-US"/>
              <a:t>Presentation Title</a:t>
            </a:r>
          </a:p>
        </p:txBody>
      </p:sp>
      <p:sp>
        <p:nvSpPr>
          <p:cNvPr id="10" name="Text Placeholder 3">
            <a:extLst>
              <a:ext uri="{FF2B5EF4-FFF2-40B4-BE49-F238E27FC236}">
                <a16:creationId xmlns:a16="http://schemas.microsoft.com/office/drawing/2014/main" id="{AFFA86BA-F653-5F41-AEFB-E27CFE8685F0}"/>
              </a:ext>
            </a:extLst>
          </p:cNvPr>
          <p:cNvSpPr>
            <a:spLocks noGrp="1"/>
          </p:cNvSpPr>
          <p:nvPr>
            <p:ph type="body" sz="quarter" idx="11" hasCustomPrompt="1"/>
          </p:nvPr>
        </p:nvSpPr>
        <p:spPr>
          <a:xfrm>
            <a:off x="457200" y="4572001"/>
            <a:ext cx="10627895" cy="866274"/>
          </a:xfr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a:solidFill>
                  <a:schemeClr val="bg1"/>
                </a:solidFill>
              </a:defRPr>
            </a:lvl1pPr>
          </a:lstStyle>
          <a:p>
            <a:r>
              <a:rPr lang="en-US" sz="1800"/>
              <a:t>Subtitle can go here / Presented by Name of Presenter</a:t>
            </a:r>
            <a:br>
              <a:rPr lang="en-US" sz="1800"/>
            </a:br>
            <a:r>
              <a:rPr lang="en-US" sz="1800"/>
              <a:t>Day / Month / Year</a:t>
            </a:r>
          </a:p>
        </p:txBody>
      </p:sp>
      <p:pic>
        <p:nvPicPr>
          <p:cNvPr id="2" name="Picture 1" descr="Logo&#10;&#10;Description automatically generated">
            <a:extLst>
              <a:ext uri="{FF2B5EF4-FFF2-40B4-BE49-F238E27FC236}">
                <a16:creationId xmlns:a16="http://schemas.microsoft.com/office/drawing/2014/main" id="{012772DB-7FDF-A93F-577C-469C3BDBDB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7691" y="1608007"/>
            <a:ext cx="2137209" cy="1017718"/>
          </a:xfrm>
          <a:prstGeom prst="rect">
            <a:avLst/>
          </a:prstGeom>
        </p:spPr>
      </p:pic>
    </p:spTree>
    <p:extLst>
      <p:ext uri="{BB962C8B-B14F-4D97-AF65-F5344CB8AC3E}">
        <p14:creationId xmlns:p14="http://schemas.microsoft.com/office/powerpoint/2010/main" val="206861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w/background imag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46DE7F1-20DD-E045-8454-310B406DC85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350" y="0"/>
            <a:ext cx="12179300" cy="6858000"/>
          </a:xfrm>
          <a:prstGeom prst="rect">
            <a:avLst/>
          </a:prstGeom>
        </p:spPr>
      </p:pic>
      <p:sp>
        <p:nvSpPr>
          <p:cNvPr id="15" name="Rectangle 14">
            <a:extLst>
              <a:ext uri="{FF2B5EF4-FFF2-40B4-BE49-F238E27FC236}">
                <a16:creationId xmlns:a16="http://schemas.microsoft.com/office/drawing/2014/main" id="{E7014E54-F444-DF4E-B5EB-464C87A967BF}"/>
              </a:ext>
            </a:extLst>
          </p:cNvPr>
          <p:cNvSpPr/>
          <p:nvPr userDrawn="1"/>
        </p:nvSpPr>
        <p:spPr>
          <a:xfrm>
            <a:off x="-1" y="1"/>
            <a:ext cx="12192000" cy="6858000"/>
          </a:xfrm>
          <a:prstGeom prst="rect">
            <a:avLst/>
          </a:prstGeom>
          <a:gradFill flip="none" rotWithShape="1">
            <a:gsLst>
              <a:gs pos="100000">
                <a:schemeClr val="accent1">
                  <a:lumMod val="0"/>
                  <a:lumOff val="100000"/>
                  <a:alpha val="90000"/>
                </a:schemeClr>
              </a:gs>
              <a:gs pos="54000">
                <a:schemeClr val="bg1">
                  <a:alpha val="3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ECD03521-9C8E-E54D-8C05-C7B7B85D1C66}"/>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8" name="Text Placeholder 6">
            <a:extLst>
              <a:ext uri="{FF2B5EF4-FFF2-40B4-BE49-F238E27FC236}">
                <a16:creationId xmlns:a16="http://schemas.microsoft.com/office/drawing/2014/main" id="{357CA97F-C1B7-AD45-A9D8-957B5D76287C}"/>
              </a:ext>
            </a:extLst>
          </p:cNvPr>
          <p:cNvSpPr>
            <a:spLocks noGrp="1"/>
          </p:cNvSpPr>
          <p:nvPr>
            <p:ph type="body" sz="quarter" idx="20" hasCustomPrompt="1"/>
          </p:nvPr>
        </p:nvSpPr>
        <p:spPr>
          <a:xfrm>
            <a:off x="6126480" y="3657600"/>
            <a:ext cx="5443537" cy="742208"/>
          </a:xfrm>
        </p:spPr>
        <p:txBody>
          <a:bodyPr>
            <a:normAutofit/>
          </a:bodyPr>
          <a:lstStyle>
            <a:lvl1pPr marL="0" indent="0">
              <a:buFontTx/>
              <a:buNone/>
              <a:defRPr sz="1800">
                <a:solidFill>
                  <a:srgbClr val="63666A"/>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sp>
        <p:nvSpPr>
          <p:cNvPr id="10" name="Title 9">
            <a:extLst>
              <a:ext uri="{FF2B5EF4-FFF2-40B4-BE49-F238E27FC236}">
                <a16:creationId xmlns:a16="http://schemas.microsoft.com/office/drawing/2014/main" id="{CCE0A8F2-E580-4D43-8578-44281FE171D3}"/>
              </a:ext>
            </a:extLst>
          </p:cNvPr>
          <p:cNvSpPr>
            <a:spLocks noGrp="1"/>
          </p:cNvSpPr>
          <p:nvPr>
            <p:ph type="title" hasCustomPrompt="1"/>
          </p:nvPr>
        </p:nvSpPr>
        <p:spPr>
          <a:xfrm>
            <a:off x="6126480" y="2743200"/>
            <a:ext cx="5636820" cy="742208"/>
          </a:xfrm>
        </p:spPr>
        <p:txBody>
          <a:bodyPr>
            <a:noAutofit/>
          </a:bodyPr>
          <a:lstStyle/>
          <a:p>
            <a:r>
              <a:rPr lang="en-US"/>
              <a:t>Section Name</a:t>
            </a:r>
          </a:p>
        </p:txBody>
      </p:sp>
      <p:pic>
        <p:nvPicPr>
          <p:cNvPr id="2" name="Picture 1">
            <a:extLst>
              <a:ext uri="{FF2B5EF4-FFF2-40B4-BE49-F238E27FC236}">
                <a16:creationId xmlns:a16="http://schemas.microsoft.com/office/drawing/2014/main" id="{901E4A13-9C8C-8830-6D66-386357219E4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7102" y="5766574"/>
            <a:ext cx="2139950" cy="1019024"/>
          </a:xfrm>
          <a:prstGeom prst="rect">
            <a:avLst/>
          </a:prstGeom>
        </p:spPr>
      </p:pic>
    </p:spTree>
    <p:extLst>
      <p:ext uri="{BB962C8B-B14F-4D97-AF65-F5344CB8AC3E}">
        <p14:creationId xmlns:p14="http://schemas.microsoft.com/office/powerpoint/2010/main" val="227864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w/image">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C98DCD82-AC50-1D4B-9401-675736F456CA}"/>
              </a:ext>
            </a:extLst>
          </p:cNvPr>
          <p:cNvSpPr>
            <a:spLocks noGrp="1"/>
          </p:cNvSpPr>
          <p:nvPr>
            <p:ph type="pic" sz="quarter" idx="14" hasCustomPrompt="1"/>
          </p:nvPr>
        </p:nvSpPr>
        <p:spPr>
          <a:xfrm>
            <a:off x="0" y="0"/>
            <a:ext cx="6007100" cy="6858000"/>
          </a:xfrm>
        </p:spPr>
        <p:txBody>
          <a:bodyPr anchor="ctr"/>
          <a:lstStyle>
            <a:lvl1pPr marL="0" indent="0" algn="ctr">
              <a:buFontTx/>
              <a:buNone/>
              <a:defRPr b="1">
                <a:solidFill>
                  <a:srgbClr val="E63888"/>
                </a:solidFill>
              </a:defRPr>
            </a:lvl1pPr>
          </a:lstStyle>
          <a:p>
            <a:r>
              <a:rPr lang="en-US"/>
              <a:t>[insert image here]</a:t>
            </a:r>
          </a:p>
        </p:txBody>
      </p:sp>
      <p:sp>
        <p:nvSpPr>
          <p:cNvPr id="4" name="Footer Placeholder 3">
            <a:extLst>
              <a:ext uri="{FF2B5EF4-FFF2-40B4-BE49-F238E27FC236}">
                <a16:creationId xmlns:a16="http://schemas.microsoft.com/office/drawing/2014/main" id="{841F6B1E-8D9B-6C4B-8541-C6F7C1E3E8E4}"/>
              </a:ext>
            </a:extLst>
          </p:cNvPr>
          <p:cNvSpPr>
            <a:spLocks noGrp="1"/>
          </p:cNvSpPr>
          <p:nvPr>
            <p:ph type="ftr" sz="quarter" idx="15"/>
          </p:nvPr>
        </p:nvSpPr>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2" name="Title 7">
            <a:extLst>
              <a:ext uri="{FF2B5EF4-FFF2-40B4-BE49-F238E27FC236}">
                <a16:creationId xmlns:a16="http://schemas.microsoft.com/office/drawing/2014/main" id="{14A07C41-FC3C-CB47-BC7F-44A5128856AA}"/>
              </a:ext>
            </a:extLst>
          </p:cNvPr>
          <p:cNvSpPr>
            <a:spLocks noGrp="1"/>
          </p:cNvSpPr>
          <p:nvPr>
            <p:ph type="title" hasCustomPrompt="1"/>
          </p:nvPr>
        </p:nvSpPr>
        <p:spPr>
          <a:xfrm>
            <a:off x="6464300" y="1857737"/>
            <a:ext cx="5270500" cy="2194245"/>
          </a:xfrm>
        </p:spPr>
        <p:txBody>
          <a:bodyPr/>
          <a:lstStyle>
            <a:lvl1pPr algn="ctr">
              <a:defRPr/>
            </a:lvl1pPr>
          </a:lstStyle>
          <a:p>
            <a:r>
              <a:rPr lang="en-US"/>
              <a:t>Longer</a:t>
            </a:r>
            <a:br>
              <a:rPr lang="en-US"/>
            </a:br>
            <a:r>
              <a:rPr lang="en-US"/>
              <a:t>Section </a:t>
            </a:r>
            <a:br>
              <a:rPr lang="en-US"/>
            </a:br>
            <a:r>
              <a:rPr lang="en-US"/>
              <a:t>Name</a:t>
            </a:r>
          </a:p>
        </p:txBody>
      </p:sp>
      <p:sp>
        <p:nvSpPr>
          <p:cNvPr id="14" name="Text Placeholder 13">
            <a:extLst>
              <a:ext uri="{FF2B5EF4-FFF2-40B4-BE49-F238E27FC236}">
                <a16:creationId xmlns:a16="http://schemas.microsoft.com/office/drawing/2014/main" id="{57263417-398F-A149-B26F-CDD4E3DC51A1}"/>
              </a:ext>
            </a:extLst>
          </p:cNvPr>
          <p:cNvSpPr>
            <a:spLocks noGrp="1"/>
          </p:cNvSpPr>
          <p:nvPr>
            <p:ph type="body" sz="quarter" idx="21" hasCustomPrompt="1"/>
          </p:nvPr>
        </p:nvSpPr>
        <p:spPr>
          <a:xfrm>
            <a:off x="6464300" y="4142232"/>
            <a:ext cx="5270500" cy="798512"/>
          </a:xfrm>
        </p:spPr>
        <p:txBody>
          <a:bodyPr>
            <a:normAutofit/>
          </a:bodyPr>
          <a:lstStyle>
            <a:lvl1pPr algn="ctr">
              <a:defRPr sz="1800"/>
            </a:lvl1pPr>
          </a:lstStyle>
          <a:p>
            <a:pPr lvl="0"/>
            <a:r>
              <a:rPr lang="en-US"/>
              <a:t>Subtitle can go here in 18pt</a:t>
            </a:r>
          </a:p>
        </p:txBody>
      </p:sp>
    </p:spTree>
    <p:extLst>
      <p:ext uri="{BB962C8B-B14F-4D97-AF65-F5344CB8AC3E}">
        <p14:creationId xmlns:p14="http://schemas.microsoft.com/office/powerpoint/2010/main" val="3670046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w/blue &amp; 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8DBB02-7D23-6B4C-A4A7-2A71C9E6941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96000" y="0"/>
            <a:ext cx="6096000" cy="6861809"/>
          </a:xfrm>
          <a:prstGeom prst="rect">
            <a:avLst/>
          </a:prstGeom>
        </p:spPr>
      </p:pic>
      <p:sp>
        <p:nvSpPr>
          <p:cNvPr id="7" name="Picture Placeholder 8">
            <a:extLst>
              <a:ext uri="{FF2B5EF4-FFF2-40B4-BE49-F238E27FC236}">
                <a16:creationId xmlns:a16="http://schemas.microsoft.com/office/drawing/2014/main" id="{3F44CF82-023E-894A-9F47-55AF1EE8A34E}"/>
              </a:ext>
            </a:extLst>
          </p:cNvPr>
          <p:cNvSpPr>
            <a:spLocks noGrp="1"/>
          </p:cNvSpPr>
          <p:nvPr>
            <p:ph type="pic" sz="quarter" idx="18" hasCustomPrompt="1"/>
          </p:nvPr>
        </p:nvSpPr>
        <p:spPr>
          <a:xfrm>
            <a:off x="8013700" y="1638300"/>
            <a:ext cx="2565400" cy="3556000"/>
          </a:xfrm>
        </p:spPr>
        <p:txBody>
          <a:bodyPr anchor="ctr"/>
          <a:lstStyle>
            <a:lvl1pPr marL="0" indent="0" algn="ctr">
              <a:buFontTx/>
              <a:buNone/>
              <a:defRPr b="1">
                <a:solidFill>
                  <a:srgbClr val="E63888"/>
                </a:solidFill>
              </a:defRPr>
            </a:lvl1pPr>
          </a:lstStyle>
          <a:p>
            <a:r>
              <a:rPr lang="en-US"/>
              <a:t>[insert icon here]</a:t>
            </a:r>
          </a:p>
        </p:txBody>
      </p:sp>
      <p:sp>
        <p:nvSpPr>
          <p:cNvPr id="10" name="Title 7">
            <a:extLst>
              <a:ext uri="{FF2B5EF4-FFF2-40B4-BE49-F238E27FC236}">
                <a16:creationId xmlns:a16="http://schemas.microsoft.com/office/drawing/2014/main" id="{B77BEE5D-CA16-794C-A953-9B4119EC5665}"/>
              </a:ext>
            </a:extLst>
          </p:cNvPr>
          <p:cNvSpPr>
            <a:spLocks noGrp="1"/>
          </p:cNvSpPr>
          <p:nvPr>
            <p:ph type="title" hasCustomPrompt="1"/>
          </p:nvPr>
        </p:nvSpPr>
        <p:spPr>
          <a:xfrm>
            <a:off x="457200" y="1857737"/>
            <a:ext cx="5270500" cy="2194245"/>
          </a:xfrm>
        </p:spPr>
        <p:txBody>
          <a:bodyPr/>
          <a:lstStyle>
            <a:lvl1pPr algn="ctr">
              <a:defRPr/>
            </a:lvl1pPr>
          </a:lstStyle>
          <a:p>
            <a:r>
              <a:rPr lang="en-US"/>
              <a:t>Longer</a:t>
            </a:r>
            <a:br>
              <a:rPr lang="en-US"/>
            </a:br>
            <a:r>
              <a:rPr lang="en-US"/>
              <a:t>Section </a:t>
            </a:r>
            <a:br>
              <a:rPr lang="en-US"/>
            </a:br>
            <a:r>
              <a:rPr lang="en-US"/>
              <a:t>Name</a:t>
            </a:r>
          </a:p>
        </p:txBody>
      </p:sp>
      <p:sp>
        <p:nvSpPr>
          <p:cNvPr id="13" name="Footer Placeholder 2">
            <a:extLst>
              <a:ext uri="{FF2B5EF4-FFF2-40B4-BE49-F238E27FC236}">
                <a16:creationId xmlns:a16="http://schemas.microsoft.com/office/drawing/2014/main" id="{F22A68BC-B904-594C-8F5F-80989E4DD976}"/>
              </a:ext>
            </a:extLst>
          </p:cNvPr>
          <p:cNvSpPr>
            <a:spLocks noGrp="1"/>
          </p:cNvSpPr>
          <p:nvPr>
            <p:ph type="ftr" sz="quarter" idx="10"/>
          </p:nvPr>
        </p:nvSpPr>
        <p:spPr>
          <a:xfrm>
            <a:off x="457200" y="6270170"/>
            <a:ext cx="4114800" cy="294907"/>
          </a:xfrm>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4" name="Text Placeholder 13">
            <a:extLst>
              <a:ext uri="{FF2B5EF4-FFF2-40B4-BE49-F238E27FC236}">
                <a16:creationId xmlns:a16="http://schemas.microsoft.com/office/drawing/2014/main" id="{5FD61C8B-5930-2F4E-87F0-2F78949EF200}"/>
              </a:ext>
            </a:extLst>
          </p:cNvPr>
          <p:cNvSpPr>
            <a:spLocks noGrp="1"/>
          </p:cNvSpPr>
          <p:nvPr>
            <p:ph type="body" sz="quarter" idx="21" hasCustomPrompt="1"/>
          </p:nvPr>
        </p:nvSpPr>
        <p:spPr>
          <a:xfrm>
            <a:off x="457200" y="4142232"/>
            <a:ext cx="5270500" cy="798512"/>
          </a:xfrm>
        </p:spPr>
        <p:txBody>
          <a:bodyPr>
            <a:normAutofit/>
          </a:bodyPr>
          <a:lstStyle>
            <a:lvl1pPr algn="ctr">
              <a:defRPr sz="1800"/>
            </a:lvl1pPr>
          </a:lstStyle>
          <a:p>
            <a:pPr lvl="0"/>
            <a:r>
              <a:rPr lang="en-US"/>
              <a:t>Subtitle can go here in 18pt</a:t>
            </a:r>
          </a:p>
        </p:txBody>
      </p:sp>
      <p:pic>
        <p:nvPicPr>
          <p:cNvPr id="3" name="Picture 2" descr="Logo&#10;&#10;Description automatically generated">
            <a:extLst>
              <a:ext uri="{FF2B5EF4-FFF2-40B4-BE49-F238E27FC236}">
                <a16:creationId xmlns:a16="http://schemas.microsoft.com/office/drawing/2014/main" id="{4DF3612E-95B0-CFD3-81A7-3787D699C5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32144484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w/purple &amp;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5B9EE0-D727-C448-A4B8-39FE0C01789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96000" y="0"/>
            <a:ext cx="6096000" cy="6858000"/>
          </a:xfrm>
          <a:prstGeom prst="rect">
            <a:avLst/>
          </a:prstGeom>
        </p:spPr>
      </p:pic>
      <p:sp>
        <p:nvSpPr>
          <p:cNvPr id="7" name="Picture Placeholder 8">
            <a:extLst>
              <a:ext uri="{FF2B5EF4-FFF2-40B4-BE49-F238E27FC236}">
                <a16:creationId xmlns:a16="http://schemas.microsoft.com/office/drawing/2014/main" id="{3F44CF82-023E-894A-9F47-55AF1EE8A34E}"/>
              </a:ext>
            </a:extLst>
          </p:cNvPr>
          <p:cNvSpPr>
            <a:spLocks noGrp="1"/>
          </p:cNvSpPr>
          <p:nvPr>
            <p:ph type="pic" sz="quarter" idx="18" hasCustomPrompt="1"/>
          </p:nvPr>
        </p:nvSpPr>
        <p:spPr>
          <a:xfrm>
            <a:off x="8013700" y="1638300"/>
            <a:ext cx="2565400" cy="3556000"/>
          </a:xfrm>
        </p:spPr>
        <p:txBody>
          <a:bodyPr anchor="ctr"/>
          <a:lstStyle>
            <a:lvl1pPr marL="0" indent="0" algn="ctr">
              <a:buFontTx/>
              <a:buNone/>
              <a:defRPr b="1">
                <a:solidFill>
                  <a:srgbClr val="E63888"/>
                </a:solidFill>
              </a:defRPr>
            </a:lvl1pPr>
          </a:lstStyle>
          <a:p>
            <a:r>
              <a:rPr lang="en-US"/>
              <a:t>[insert icon here]</a:t>
            </a:r>
          </a:p>
        </p:txBody>
      </p:sp>
      <p:sp>
        <p:nvSpPr>
          <p:cNvPr id="10" name="Title 7">
            <a:extLst>
              <a:ext uri="{FF2B5EF4-FFF2-40B4-BE49-F238E27FC236}">
                <a16:creationId xmlns:a16="http://schemas.microsoft.com/office/drawing/2014/main" id="{B77BEE5D-CA16-794C-A953-9B4119EC5665}"/>
              </a:ext>
            </a:extLst>
          </p:cNvPr>
          <p:cNvSpPr>
            <a:spLocks noGrp="1"/>
          </p:cNvSpPr>
          <p:nvPr>
            <p:ph type="title" hasCustomPrompt="1"/>
          </p:nvPr>
        </p:nvSpPr>
        <p:spPr>
          <a:xfrm>
            <a:off x="457200" y="1857737"/>
            <a:ext cx="5270500" cy="2194245"/>
          </a:xfrm>
        </p:spPr>
        <p:txBody>
          <a:bodyPr/>
          <a:lstStyle>
            <a:lvl1pPr algn="ctr">
              <a:defRPr/>
            </a:lvl1pPr>
          </a:lstStyle>
          <a:p>
            <a:r>
              <a:rPr lang="en-US"/>
              <a:t>Longer</a:t>
            </a:r>
            <a:br>
              <a:rPr lang="en-US"/>
            </a:br>
            <a:r>
              <a:rPr lang="en-US"/>
              <a:t>Section </a:t>
            </a:r>
            <a:br>
              <a:rPr lang="en-US"/>
            </a:br>
            <a:r>
              <a:rPr lang="en-US"/>
              <a:t>Name</a:t>
            </a:r>
          </a:p>
        </p:txBody>
      </p:sp>
      <p:sp>
        <p:nvSpPr>
          <p:cNvPr id="13" name="Footer Placeholder 2">
            <a:extLst>
              <a:ext uri="{FF2B5EF4-FFF2-40B4-BE49-F238E27FC236}">
                <a16:creationId xmlns:a16="http://schemas.microsoft.com/office/drawing/2014/main" id="{F22A68BC-B904-594C-8F5F-80989E4DD976}"/>
              </a:ext>
            </a:extLst>
          </p:cNvPr>
          <p:cNvSpPr>
            <a:spLocks noGrp="1"/>
          </p:cNvSpPr>
          <p:nvPr>
            <p:ph type="ftr" sz="quarter" idx="10"/>
          </p:nvPr>
        </p:nvSpPr>
        <p:spPr>
          <a:xfrm>
            <a:off x="457200" y="6270170"/>
            <a:ext cx="4114800" cy="294907"/>
          </a:xfrm>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9" name="Text Placeholder 13">
            <a:extLst>
              <a:ext uri="{FF2B5EF4-FFF2-40B4-BE49-F238E27FC236}">
                <a16:creationId xmlns:a16="http://schemas.microsoft.com/office/drawing/2014/main" id="{B62DEB28-11F2-F64C-B410-550D7BE72A6B}"/>
              </a:ext>
            </a:extLst>
          </p:cNvPr>
          <p:cNvSpPr>
            <a:spLocks noGrp="1"/>
          </p:cNvSpPr>
          <p:nvPr>
            <p:ph type="body" sz="quarter" idx="21" hasCustomPrompt="1"/>
          </p:nvPr>
        </p:nvSpPr>
        <p:spPr>
          <a:xfrm>
            <a:off x="457200" y="4142232"/>
            <a:ext cx="5270500" cy="798512"/>
          </a:xfrm>
        </p:spPr>
        <p:txBody>
          <a:bodyPr>
            <a:normAutofit/>
          </a:bodyPr>
          <a:lstStyle>
            <a:lvl1pPr algn="ctr">
              <a:defRPr sz="1800"/>
            </a:lvl1pPr>
          </a:lstStyle>
          <a:p>
            <a:pPr lvl="0"/>
            <a:r>
              <a:rPr lang="en-US"/>
              <a:t>Subtitle can go here in 18pt</a:t>
            </a:r>
          </a:p>
        </p:txBody>
      </p:sp>
      <p:pic>
        <p:nvPicPr>
          <p:cNvPr id="2" name="Picture 1" descr="Logo&#10;&#10;Description automatically generated">
            <a:extLst>
              <a:ext uri="{FF2B5EF4-FFF2-40B4-BE49-F238E27FC236}">
                <a16:creationId xmlns:a16="http://schemas.microsoft.com/office/drawing/2014/main" id="{113D6F25-66FA-3024-CFBF-4917194B73B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12118486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purple &amp;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5B9EE0-D727-C448-A4B8-39FE0C01789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96001" y="-190500"/>
            <a:ext cx="6096000" cy="7213600"/>
          </a:xfrm>
          <a:prstGeom prst="rect">
            <a:avLst/>
          </a:prstGeom>
        </p:spPr>
      </p:pic>
      <p:sp>
        <p:nvSpPr>
          <p:cNvPr id="7" name="Picture Placeholder 8">
            <a:extLst>
              <a:ext uri="{FF2B5EF4-FFF2-40B4-BE49-F238E27FC236}">
                <a16:creationId xmlns:a16="http://schemas.microsoft.com/office/drawing/2014/main" id="{3F44CF82-023E-894A-9F47-55AF1EE8A34E}"/>
              </a:ext>
            </a:extLst>
          </p:cNvPr>
          <p:cNvSpPr>
            <a:spLocks noGrp="1"/>
          </p:cNvSpPr>
          <p:nvPr>
            <p:ph type="pic" sz="quarter" idx="18" hasCustomPrompt="1"/>
          </p:nvPr>
        </p:nvSpPr>
        <p:spPr>
          <a:xfrm>
            <a:off x="8013700" y="1638300"/>
            <a:ext cx="2565400" cy="3556000"/>
          </a:xfrm>
        </p:spPr>
        <p:txBody>
          <a:bodyPr anchor="ctr"/>
          <a:lstStyle>
            <a:lvl1pPr marL="0" indent="0" algn="ctr">
              <a:buFontTx/>
              <a:buNone/>
              <a:defRPr b="1">
                <a:solidFill>
                  <a:srgbClr val="E63888"/>
                </a:solidFill>
              </a:defRPr>
            </a:lvl1pPr>
          </a:lstStyle>
          <a:p>
            <a:r>
              <a:rPr lang="en-US"/>
              <a:t>[insert icon here]</a:t>
            </a:r>
          </a:p>
        </p:txBody>
      </p:sp>
      <p:sp>
        <p:nvSpPr>
          <p:cNvPr id="10" name="Title 7">
            <a:extLst>
              <a:ext uri="{FF2B5EF4-FFF2-40B4-BE49-F238E27FC236}">
                <a16:creationId xmlns:a16="http://schemas.microsoft.com/office/drawing/2014/main" id="{B77BEE5D-CA16-794C-A953-9B4119EC5665}"/>
              </a:ext>
            </a:extLst>
          </p:cNvPr>
          <p:cNvSpPr>
            <a:spLocks noGrp="1"/>
          </p:cNvSpPr>
          <p:nvPr>
            <p:ph type="title" hasCustomPrompt="1"/>
          </p:nvPr>
        </p:nvSpPr>
        <p:spPr>
          <a:xfrm>
            <a:off x="457200" y="1857737"/>
            <a:ext cx="5270500" cy="2194245"/>
          </a:xfrm>
        </p:spPr>
        <p:txBody>
          <a:bodyPr/>
          <a:lstStyle>
            <a:lvl1pPr algn="ctr">
              <a:defRPr/>
            </a:lvl1pPr>
          </a:lstStyle>
          <a:p>
            <a:r>
              <a:rPr lang="en-US"/>
              <a:t>Longer</a:t>
            </a:r>
            <a:br>
              <a:rPr lang="en-US"/>
            </a:br>
            <a:r>
              <a:rPr lang="en-US"/>
              <a:t>Section </a:t>
            </a:r>
            <a:br>
              <a:rPr lang="en-US"/>
            </a:br>
            <a:r>
              <a:rPr lang="en-US"/>
              <a:t>Name</a:t>
            </a:r>
          </a:p>
        </p:txBody>
      </p:sp>
      <p:sp>
        <p:nvSpPr>
          <p:cNvPr id="13" name="Footer Placeholder 2">
            <a:extLst>
              <a:ext uri="{FF2B5EF4-FFF2-40B4-BE49-F238E27FC236}">
                <a16:creationId xmlns:a16="http://schemas.microsoft.com/office/drawing/2014/main" id="{F22A68BC-B904-594C-8F5F-80989E4DD976}"/>
              </a:ext>
            </a:extLst>
          </p:cNvPr>
          <p:cNvSpPr>
            <a:spLocks noGrp="1"/>
          </p:cNvSpPr>
          <p:nvPr>
            <p:ph type="ftr" sz="quarter" idx="10"/>
          </p:nvPr>
        </p:nvSpPr>
        <p:spPr>
          <a:xfrm>
            <a:off x="457200" y="6270170"/>
            <a:ext cx="4114800" cy="294907"/>
          </a:xfrm>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9" name="Text Placeholder 13">
            <a:extLst>
              <a:ext uri="{FF2B5EF4-FFF2-40B4-BE49-F238E27FC236}">
                <a16:creationId xmlns:a16="http://schemas.microsoft.com/office/drawing/2014/main" id="{B62DEB28-11F2-F64C-B410-550D7BE72A6B}"/>
              </a:ext>
            </a:extLst>
          </p:cNvPr>
          <p:cNvSpPr>
            <a:spLocks noGrp="1"/>
          </p:cNvSpPr>
          <p:nvPr>
            <p:ph type="body" sz="quarter" idx="21" hasCustomPrompt="1"/>
          </p:nvPr>
        </p:nvSpPr>
        <p:spPr>
          <a:xfrm>
            <a:off x="457200" y="4142232"/>
            <a:ext cx="5270500" cy="798512"/>
          </a:xfrm>
        </p:spPr>
        <p:txBody>
          <a:bodyPr>
            <a:normAutofit/>
          </a:bodyPr>
          <a:lstStyle>
            <a:lvl1pPr algn="ctr">
              <a:defRPr sz="1800"/>
            </a:lvl1pPr>
          </a:lstStyle>
          <a:p>
            <a:pPr lvl="0"/>
            <a:r>
              <a:rPr lang="en-US"/>
              <a:t>Subtitle can go here in 18pt</a:t>
            </a:r>
          </a:p>
        </p:txBody>
      </p:sp>
      <p:pic>
        <p:nvPicPr>
          <p:cNvPr id="2" name="Picture 1" descr="Logo&#10;&#10;Description automatically generated">
            <a:extLst>
              <a:ext uri="{FF2B5EF4-FFF2-40B4-BE49-F238E27FC236}">
                <a16:creationId xmlns:a16="http://schemas.microsoft.com/office/drawing/2014/main" id="{2CD0A1B0-EFBD-924D-EF98-5C9543C27C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34982851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divider w/pink &amp;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7AB457-0B94-5244-BC4E-AC4BD12F9B3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96001" y="0"/>
            <a:ext cx="6096000" cy="6858000"/>
          </a:xfrm>
          <a:prstGeom prst="rect">
            <a:avLst/>
          </a:prstGeom>
        </p:spPr>
      </p:pic>
      <p:sp>
        <p:nvSpPr>
          <p:cNvPr id="7" name="Picture Placeholder 8">
            <a:extLst>
              <a:ext uri="{FF2B5EF4-FFF2-40B4-BE49-F238E27FC236}">
                <a16:creationId xmlns:a16="http://schemas.microsoft.com/office/drawing/2014/main" id="{3F44CF82-023E-894A-9F47-55AF1EE8A34E}"/>
              </a:ext>
            </a:extLst>
          </p:cNvPr>
          <p:cNvSpPr>
            <a:spLocks noGrp="1"/>
          </p:cNvSpPr>
          <p:nvPr>
            <p:ph type="pic" sz="quarter" idx="18" hasCustomPrompt="1"/>
          </p:nvPr>
        </p:nvSpPr>
        <p:spPr>
          <a:xfrm>
            <a:off x="8013700" y="1638300"/>
            <a:ext cx="2565400" cy="3556000"/>
          </a:xfrm>
        </p:spPr>
        <p:txBody>
          <a:bodyPr anchor="ctr"/>
          <a:lstStyle>
            <a:lvl1pPr marL="0" indent="0" algn="ctr">
              <a:buFontTx/>
              <a:buNone/>
              <a:defRPr b="1">
                <a:solidFill>
                  <a:schemeClr val="bg1"/>
                </a:solidFill>
              </a:defRPr>
            </a:lvl1pPr>
          </a:lstStyle>
          <a:p>
            <a:r>
              <a:rPr lang="en-US"/>
              <a:t>[insert icon here]</a:t>
            </a:r>
          </a:p>
        </p:txBody>
      </p:sp>
      <p:sp>
        <p:nvSpPr>
          <p:cNvPr id="10" name="Title 7">
            <a:extLst>
              <a:ext uri="{FF2B5EF4-FFF2-40B4-BE49-F238E27FC236}">
                <a16:creationId xmlns:a16="http://schemas.microsoft.com/office/drawing/2014/main" id="{B77BEE5D-CA16-794C-A953-9B4119EC5665}"/>
              </a:ext>
            </a:extLst>
          </p:cNvPr>
          <p:cNvSpPr>
            <a:spLocks noGrp="1"/>
          </p:cNvSpPr>
          <p:nvPr>
            <p:ph type="title" hasCustomPrompt="1"/>
          </p:nvPr>
        </p:nvSpPr>
        <p:spPr>
          <a:xfrm>
            <a:off x="457200" y="1857737"/>
            <a:ext cx="5270500" cy="2194245"/>
          </a:xfrm>
        </p:spPr>
        <p:txBody>
          <a:bodyPr/>
          <a:lstStyle>
            <a:lvl1pPr algn="ctr">
              <a:defRPr/>
            </a:lvl1pPr>
          </a:lstStyle>
          <a:p>
            <a:r>
              <a:rPr lang="en-US"/>
              <a:t>Longer</a:t>
            </a:r>
            <a:br>
              <a:rPr lang="en-US"/>
            </a:br>
            <a:r>
              <a:rPr lang="en-US"/>
              <a:t>Section </a:t>
            </a:r>
            <a:br>
              <a:rPr lang="en-US"/>
            </a:br>
            <a:r>
              <a:rPr lang="en-US"/>
              <a:t>Name</a:t>
            </a:r>
          </a:p>
        </p:txBody>
      </p:sp>
      <p:sp>
        <p:nvSpPr>
          <p:cNvPr id="13" name="Footer Placeholder 2">
            <a:extLst>
              <a:ext uri="{FF2B5EF4-FFF2-40B4-BE49-F238E27FC236}">
                <a16:creationId xmlns:a16="http://schemas.microsoft.com/office/drawing/2014/main" id="{F22A68BC-B904-594C-8F5F-80989E4DD976}"/>
              </a:ext>
            </a:extLst>
          </p:cNvPr>
          <p:cNvSpPr>
            <a:spLocks noGrp="1"/>
          </p:cNvSpPr>
          <p:nvPr>
            <p:ph type="ftr" sz="quarter" idx="10"/>
          </p:nvPr>
        </p:nvSpPr>
        <p:spPr>
          <a:xfrm>
            <a:off x="457200" y="6270170"/>
            <a:ext cx="4114800" cy="294907"/>
          </a:xfrm>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9" name="Text Placeholder 13">
            <a:extLst>
              <a:ext uri="{FF2B5EF4-FFF2-40B4-BE49-F238E27FC236}">
                <a16:creationId xmlns:a16="http://schemas.microsoft.com/office/drawing/2014/main" id="{0F46EB95-1B70-4940-BB92-A1AE5F51C8B0}"/>
              </a:ext>
            </a:extLst>
          </p:cNvPr>
          <p:cNvSpPr>
            <a:spLocks noGrp="1"/>
          </p:cNvSpPr>
          <p:nvPr>
            <p:ph type="body" sz="quarter" idx="21" hasCustomPrompt="1"/>
          </p:nvPr>
        </p:nvSpPr>
        <p:spPr>
          <a:xfrm>
            <a:off x="457200" y="4142232"/>
            <a:ext cx="5270500" cy="798512"/>
          </a:xfrm>
        </p:spPr>
        <p:txBody>
          <a:bodyPr>
            <a:normAutofit/>
          </a:bodyPr>
          <a:lstStyle>
            <a:lvl1pPr algn="ctr">
              <a:defRPr sz="1800"/>
            </a:lvl1pPr>
          </a:lstStyle>
          <a:p>
            <a:pPr lvl="0"/>
            <a:r>
              <a:rPr lang="en-US"/>
              <a:t>Subtitle can go here in 18pt</a:t>
            </a:r>
          </a:p>
        </p:txBody>
      </p:sp>
      <p:pic>
        <p:nvPicPr>
          <p:cNvPr id="2" name="Picture 1" descr="Logo&#10;&#10;Description automatically generated">
            <a:extLst>
              <a:ext uri="{FF2B5EF4-FFF2-40B4-BE49-F238E27FC236}">
                <a16:creationId xmlns:a16="http://schemas.microsoft.com/office/drawing/2014/main" id="{422B9C7C-0BAC-8A4E-0738-376A780B0A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40593997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w/blue backgroun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BAB6C9-815C-444D-BD38-D05916D4451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204657" cy="6858000"/>
          </a:xfrm>
          <a:prstGeom prst="rect">
            <a:avLst/>
          </a:prstGeom>
        </p:spPr>
      </p:pic>
      <p:sp>
        <p:nvSpPr>
          <p:cNvPr id="5" name="Picture Placeholder 5">
            <a:extLst>
              <a:ext uri="{FF2B5EF4-FFF2-40B4-BE49-F238E27FC236}">
                <a16:creationId xmlns:a16="http://schemas.microsoft.com/office/drawing/2014/main" id="{0B9BC4F5-D724-B848-890B-E0DF3D8702AE}"/>
              </a:ext>
            </a:extLst>
          </p:cNvPr>
          <p:cNvSpPr>
            <a:spLocks noGrp="1"/>
          </p:cNvSpPr>
          <p:nvPr>
            <p:ph type="pic" sz="quarter" idx="19" hasCustomPrompt="1"/>
          </p:nvPr>
        </p:nvSpPr>
        <p:spPr>
          <a:xfrm>
            <a:off x="2933700" y="2159000"/>
            <a:ext cx="2654300" cy="2667000"/>
          </a:xfrm>
        </p:spPr>
        <p:txBody>
          <a:bodyPr anchor="ctr"/>
          <a:lstStyle>
            <a:lvl1pPr marL="0" indent="0" algn="ctr">
              <a:buFontTx/>
              <a:buNone/>
              <a:defRPr b="1">
                <a:solidFill>
                  <a:srgbClr val="E63888"/>
                </a:solidFill>
              </a:defRPr>
            </a:lvl1pPr>
          </a:lstStyle>
          <a:p>
            <a:r>
              <a:rPr lang="en-US"/>
              <a:t>[insert icon here]</a:t>
            </a:r>
          </a:p>
        </p:txBody>
      </p:sp>
      <p:sp>
        <p:nvSpPr>
          <p:cNvPr id="2" name="Title 1">
            <a:extLst>
              <a:ext uri="{FF2B5EF4-FFF2-40B4-BE49-F238E27FC236}">
                <a16:creationId xmlns:a16="http://schemas.microsoft.com/office/drawing/2014/main" id="{6D5B5A96-A4D4-9B40-8EE5-F64DF08605CA}"/>
              </a:ext>
            </a:extLst>
          </p:cNvPr>
          <p:cNvSpPr>
            <a:spLocks noGrp="1"/>
          </p:cNvSpPr>
          <p:nvPr>
            <p:ph type="title" hasCustomPrompt="1"/>
          </p:nvPr>
        </p:nvSpPr>
        <p:spPr>
          <a:xfrm>
            <a:off x="6126480" y="2743200"/>
            <a:ext cx="5442900" cy="742208"/>
          </a:xfrm>
        </p:spPr>
        <p:txBody>
          <a:bodyPr/>
          <a:lstStyle>
            <a:lvl1pPr>
              <a:defRPr>
                <a:solidFill>
                  <a:schemeClr val="bg1"/>
                </a:solidFill>
              </a:defRPr>
            </a:lvl1pPr>
          </a:lstStyle>
          <a:p>
            <a:r>
              <a:rPr lang="en-US"/>
              <a:t>Section Name</a:t>
            </a:r>
          </a:p>
        </p:txBody>
      </p:sp>
      <p:sp>
        <p:nvSpPr>
          <p:cNvPr id="3" name="Footer Placeholder 2">
            <a:extLst>
              <a:ext uri="{FF2B5EF4-FFF2-40B4-BE49-F238E27FC236}">
                <a16:creationId xmlns:a16="http://schemas.microsoft.com/office/drawing/2014/main" id="{F648C1EB-35B1-F047-BCBA-0A5D9E8AAF76}"/>
              </a:ext>
            </a:extLst>
          </p:cNvPr>
          <p:cNvSpPr>
            <a:spLocks noGrp="1"/>
          </p:cNvSpPr>
          <p:nvPr>
            <p:ph type="ftr" sz="quarter" idx="10"/>
          </p:nvPr>
        </p:nvSpPr>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7" name="Text Placeholder 6">
            <a:extLst>
              <a:ext uri="{FF2B5EF4-FFF2-40B4-BE49-F238E27FC236}">
                <a16:creationId xmlns:a16="http://schemas.microsoft.com/office/drawing/2014/main" id="{48D6D879-08FA-CF45-B6BA-6F39CF3C6CC9}"/>
              </a:ext>
            </a:extLst>
          </p:cNvPr>
          <p:cNvSpPr>
            <a:spLocks noGrp="1"/>
          </p:cNvSpPr>
          <p:nvPr>
            <p:ph type="body" sz="quarter" idx="20" hasCustomPrompt="1"/>
          </p:nvPr>
        </p:nvSpPr>
        <p:spPr>
          <a:xfrm>
            <a:off x="6126480" y="3657600"/>
            <a:ext cx="5443537" cy="742208"/>
          </a:xfrm>
        </p:spPr>
        <p:txBody>
          <a:bodyPr>
            <a:normAutofit/>
          </a:bodyPr>
          <a:lstStyle>
            <a:lvl1pPr marL="0" indent="0">
              <a:buFontTx/>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pic>
        <p:nvPicPr>
          <p:cNvPr id="6" name="Picture 5" descr="Logo&#10;&#10;Description automatically generated">
            <a:extLst>
              <a:ext uri="{FF2B5EF4-FFF2-40B4-BE49-F238E27FC236}">
                <a16:creationId xmlns:a16="http://schemas.microsoft.com/office/drawing/2014/main" id="{52FEA5B4-ACD0-EB2B-16BA-56BA99B9CE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1369362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divider w/purple backgroun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385ACFD-AD45-CB4F-8AF6-7D7FDC049A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Picture Placeholder 5">
            <a:extLst>
              <a:ext uri="{FF2B5EF4-FFF2-40B4-BE49-F238E27FC236}">
                <a16:creationId xmlns:a16="http://schemas.microsoft.com/office/drawing/2014/main" id="{0B9BC4F5-D724-B848-890B-E0DF3D8702AE}"/>
              </a:ext>
            </a:extLst>
          </p:cNvPr>
          <p:cNvSpPr>
            <a:spLocks noGrp="1"/>
          </p:cNvSpPr>
          <p:nvPr>
            <p:ph type="pic" sz="quarter" idx="19" hasCustomPrompt="1"/>
          </p:nvPr>
        </p:nvSpPr>
        <p:spPr>
          <a:xfrm>
            <a:off x="2933700" y="2159000"/>
            <a:ext cx="2654300" cy="2667000"/>
          </a:xfrm>
        </p:spPr>
        <p:txBody>
          <a:bodyPr anchor="ctr"/>
          <a:lstStyle>
            <a:lvl1pPr marL="0" indent="0" algn="ctr">
              <a:buFontTx/>
              <a:buNone/>
              <a:defRPr b="1">
                <a:solidFill>
                  <a:srgbClr val="E63888"/>
                </a:solidFill>
              </a:defRPr>
            </a:lvl1pPr>
          </a:lstStyle>
          <a:p>
            <a:r>
              <a:rPr lang="en-US"/>
              <a:t>[insert icon here]</a:t>
            </a:r>
          </a:p>
        </p:txBody>
      </p:sp>
      <p:sp>
        <p:nvSpPr>
          <p:cNvPr id="2" name="Title 1">
            <a:extLst>
              <a:ext uri="{FF2B5EF4-FFF2-40B4-BE49-F238E27FC236}">
                <a16:creationId xmlns:a16="http://schemas.microsoft.com/office/drawing/2014/main" id="{6D5B5A96-A4D4-9B40-8EE5-F64DF08605CA}"/>
              </a:ext>
            </a:extLst>
          </p:cNvPr>
          <p:cNvSpPr>
            <a:spLocks noGrp="1"/>
          </p:cNvSpPr>
          <p:nvPr>
            <p:ph type="title" hasCustomPrompt="1"/>
          </p:nvPr>
        </p:nvSpPr>
        <p:spPr>
          <a:xfrm>
            <a:off x="6126480" y="2743200"/>
            <a:ext cx="5442900" cy="742208"/>
          </a:xfrm>
        </p:spPr>
        <p:txBody>
          <a:bodyPr/>
          <a:lstStyle>
            <a:lvl1pPr>
              <a:defRPr>
                <a:solidFill>
                  <a:schemeClr val="bg1"/>
                </a:solidFill>
              </a:defRPr>
            </a:lvl1pPr>
          </a:lstStyle>
          <a:p>
            <a:r>
              <a:rPr lang="en-US"/>
              <a:t>Section Name</a:t>
            </a:r>
          </a:p>
        </p:txBody>
      </p:sp>
      <p:sp>
        <p:nvSpPr>
          <p:cNvPr id="3" name="Footer Placeholder 2">
            <a:extLst>
              <a:ext uri="{FF2B5EF4-FFF2-40B4-BE49-F238E27FC236}">
                <a16:creationId xmlns:a16="http://schemas.microsoft.com/office/drawing/2014/main" id="{F648C1EB-35B1-F047-BCBA-0A5D9E8AAF76}"/>
              </a:ext>
            </a:extLst>
          </p:cNvPr>
          <p:cNvSpPr>
            <a:spLocks noGrp="1"/>
          </p:cNvSpPr>
          <p:nvPr>
            <p:ph type="ftr" sz="quarter" idx="10"/>
          </p:nvPr>
        </p:nvSpPr>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7" name="Text Placeholder 6">
            <a:extLst>
              <a:ext uri="{FF2B5EF4-FFF2-40B4-BE49-F238E27FC236}">
                <a16:creationId xmlns:a16="http://schemas.microsoft.com/office/drawing/2014/main" id="{48D6D879-08FA-CF45-B6BA-6F39CF3C6CC9}"/>
              </a:ext>
            </a:extLst>
          </p:cNvPr>
          <p:cNvSpPr>
            <a:spLocks noGrp="1"/>
          </p:cNvSpPr>
          <p:nvPr>
            <p:ph type="body" sz="quarter" idx="20" hasCustomPrompt="1"/>
          </p:nvPr>
        </p:nvSpPr>
        <p:spPr>
          <a:xfrm>
            <a:off x="6126480" y="3657600"/>
            <a:ext cx="5443537" cy="742208"/>
          </a:xfrm>
        </p:spPr>
        <p:txBody>
          <a:bodyPr>
            <a:normAutofit/>
          </a:bodyPr>
          <a:lstStyle>
            <a:lvl1pPr marL="0" indent="0">
              <a:buFontTx/>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pic>
        <p:nvPicPr>
          <p:cNvPr id="4" name="Picture 3" descr="Logo&#10;&#10;Description automatically generated">
            <a:extLst>
              <a:ext uri="{FF2B5EF4-FFF2-40B4-BE49-F238E27FC236}">
                <a16:creationId xmlns:a16="http://schemas.microsoft.com/office/drawing/2014/main" id="{21036CA1-C46F-ACAF-5E30-BFBCF02461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740134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purple backgroun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385ACFD-AD45-CB4F-8AF6-7D7FDC049A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7023768"/>
          </a:xfrm>
          <a:prstGeom prst="rect">
            <a:avLst/>
          </a:prstGeom>
        </p:spPr>
      </p:pic>
      <p:sp>
        <p:nvSpPr>
          <p:cNvPr id="5" name="Picture Placeholder 5">
            <a:extLst>
              <a:ext uri="{FF2B5EF4-FFF2-40B4-BE49-F238E27FC236}">
                <a16:creationId xmlns:a16="http://schemas.microsoft.com/office/drawing/2014/main" id="{0B9BC4F5-D724-B848-890B-E0DF3D8702AE}"/>
              </a:ext>
            </a:extLst>
          </p:cNvPr>
          <p:cNvSpPr>
            <a:spLocks noGrp="1"/>
          </p:cNvSpPr>
          <p:nvPr>
            <p:ph type="pic" sz="quarter" idx="19" hasCustomPrompt="1"/>
          </p:nvPr>
        </p:nvSpPr>
        <p:spPr>
          <a:xfrm>
            <a:off x="2933700" y="2159000"/>
            <a:ext cx="2654300" cy="2667000"/>
          </a:xfrm>
        </p:spPr>
        <p:txBody>
          <a:bodyPr anchor="ctr"/>
          <a:lstStyle>
            <a:lvl1pPr marL="0" indent="0" algn="ctr">
              <a:buFontTx/>
              <a:buNone/>
              <a:defRPr b="1">
                <a:solidFill>
                  <a:srgbClr val="E63888"/>
                </a:solidFill>
              </a:defRPr>
            </a:lvl1pPr>
          </a:lstStyle>
          <a:p>
            <a:r>
              <a:rPr lang="en-US"/>
              <a:t>[insert icon here]</a:t>
            </a:r>
          </a:p>
        </p:txBody>
      </p:sp>
      <p:sp>
        <p:nvSpPr>
          <p:cNvPr id="2" name="Title 1">
            <a:extLst>
              <a:ext uri="{FF2B5EF4-FFF2-40B4-BE49-F238E27FC236}">
                <a16:creationId xmlns:a16="http://schemas.microsoft.com/office/drawing/2014/main" id="{6D5B5A96-A4D4-9B40-8EE5-F64DF08605CA}"/>
              </a:ext>
            </a:extLst>
          </p:cNvPr>
          <p:cNvSpPr>
            <a:spLocks noGrp="1"/>
          </p:cNvSpPr>
          <p:nvPr>
            <p:ph type="title" hasCustomPrompt="1"/>
          </p:nvPr>
        </p:nvSpPr>
        <p:spPr>
          <a:xfrm>
            <a:off x="6126480" y="2743200"/>
            <a:ext cx="5442900" cy="742208"/>
          </a:xfrm>
        </p:spPr>
        <p:txBody>
          <a:bodyPr/>
          <a:lstStyle>
            <a:lvl1pPr>
              <a:defRPr>
                <a:solidFill>
                  <a:schemeClr val="bg1"/>
                </a:solidFill>
              </a:defRPr>
            </a:lvl1pPr>
          </a:lstStyle>
          <a:p>
            <a:r>
              <a:rPr lang="en-US"/>
              <a:t>Section Name</a:t>
            </a:r>
          </a:p>
        </p:txBody>
      </p:sp>
      <p:sp>
        <p:nvSpPr>
          <p:cNvPr id="3" name="Footer Placeholder 2">
            <a:extLst>
              <a:ext uri="{FF2B5EF4-FFF2-40B4-BE49-F238E27FC236}">
                <a16:creationId xmlns:a16="http://schemas.microsoft.com/office/drawing/2014/main" id="{F648C1EB-35B1-F047-BCBA-0A5D9E8AAF76}"/>
              </a:ext>
            </a:extLst>
          </p:cNvPr>
          <p:cNvSpPr>
            <a:spLocks noGrp="1"/>
          </p:cNvSpPr>
          <p:nvPr>
            <p:ph type="ftr" sz="quarter" idx="10"/>
          </p:nvPr>
        </p:nvSpPr>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7" name="Text Placeholder 6">
            <a:extLst>
              <a:ext uri="{FF2B5EF4-FFF2-40B4-BE49-F238E27FC236}">
                <a16:creationId xmlns:a16="http://schemas.microsoft.com/office/drawing/2014/main" id="{48D6D879-08FA-CF45-B6BA-6F39CF3C6CC9}"/>
              </a:ext>
            </a:extLst>
          </p:cNvPr>
          <p:cNvSpPr>
            <a:spLocks noGrp="1"/>
          </p:cNvSpPr>
          <p:nvPr>
            <p:ph type="body" sz="quarter" idx="20" hasCustomPrompt="1"/>
          </p:nvPr>
        </p:nvSpPr>
        <p:spPr>
          <a:xfrm>
            <a:off x="6126480" y="3657600"/>
            <a:ext cx="5443537" cy="742208"/>
          </a:xfrm>
        </p:spPr>
        <p:txBody>
          <a:bodyPr>
            <a:normAutofit/>
          </a:bodyPr>
          <a:lstStyle>
            <a:lvl1pPr marL="0" indent="0">
              <a:buFontTx/>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pic>
        <p:nvPicPr>
          <p:cNvPr id="4" name="Picture 3" descr="Logo&#10;&#10;Description automatically generated">
            <a:extLst>
              <a:ext uri="{FF2B5EF4-FFF2-40B4-BE49-F238E27FC236}">
                <a16:creationId xmlns:a16="http://schemas.microsoft.com/office/drawing/2014/main" id="{8F1771F5-8A39-6298-1E8D-08002B7FBFB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3294902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w/pink backgrou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CFAE900-A8A5-2D41-9D6A-C6950A2ACD0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Picture Placeholder 5">
            <a:extLst>
              <a:ext uri="{FF2B5EF4-FFF2-40B4-BE49-F238E27FC236}">
                <a16:creationId xmlns:a16="http://schemas.microsoft.com/office/drawing/2014/main" id="{0B9BC4F5-D724-B848-890B-E0DF3D8702AE}"/>
              </a:ext>
            </a:extLst>
          </p:cNvPr>
          <p:cNvSpPr>
            <a:spLocks noGrp="1"/>
          </p:cNvSpPr>
          <p:nvPr>
            <p:ph type="pic" sz="quarter" idx="19" hasCustomPrompt="1"/>
          </p:nvPr>
        </p:nvSpPr>
        <p:spPr>
          <a:xfrm>
            <a:off x="2933700" y="2159000"/>
            <a:ext cx="2654300" cy="2667000"/>
          </a:xfrm>
        </p:spPr>
        <p:txBody>
          <a:bodyPr anchor="ctr"/>
          <a:lstStyle>
            <a:lvl1pPr marL="0" indent="0" algn="ctr">
              <a:buFontTx/>
              <a:buNone/>
              <a:defRPr b="1">
                <a:solidFill>
                  <a:schemeClr val="bg1"/>
                </a:solidFill>
              </a:defRPr>
            </a:lvl1pPr>
          </a:lstStyle>
          <a:p>
            <a:r>
              <a:rPr lang="en-US"/>
              <a:t>[insert icon here]</a:t>
            </a:r>
          </a:p>
        </p:txBody>
      </p:sp>
      <p:sp>
        <p:nvSpPr>
          <p:cNvPr id="2" name="Title 1">
            <a:extLst>
              <a:ext uri="{FF2B5EF4-FFF2-40B4-BE49-F238E27FC236}">
                <a16:creationId xmlns:a16="http://schemas.microsoft.com/office/drawing/2014/main" id="{6D5B5A96-A4D4-9B40-8EE5-F64DF08605CA}"/>
              </a:ext>
            </a:extLst>
          </p:cNvPr>
          <p:cNvSpPr>
            <a:spLocks noGrp="1"/>
          </p:cNvSpPr>
          <p:nvPr>
            <p:ph type="title" hasCustomPrompt="1"/>
          </p:nvPr>
        </p:nvSpPr>
        <p:spPr>
          <a:xfrm>
            <a:off x="6126480" y="2743200"/>
            <a:ext cx="5442900" cy="742208"/>
          </a:xfrm>
        </p:spPr>
        <p:txBody>
          <a:bodyPr/>
          <a:lstStyle>
            <a:lvl1pPr>
              <a:defRPr>
                <a:solidFill>
                  <a:schemeClr val="bg1"/>
                </a:solidFill>
              </a:defRPr>
            </a:lvl1pPr>
          </a:lstStyle>
          <a:p>
            <a:r>
              <a:rPr lang="en-US"/>
              <a:t>Section Name</a:t>
            </a:r>
          </a:p>
        </p:txBody>
      </p:sp>
      <p:sp>
        <p:nvSpPr>
          <p:cNvPr id="3" name="Footer Placeholder 2">
            <a:extLst>
              <a:ext uri="{FF2B5EF4-FFF2-40B4-BE49-F238E27FC236}">
                <a16:creationId xmlns:a16="http://schemas.microsoft.com/office/drawing/2014/main" id="{F648C1EB-35B1-F047-BCBA-0A5D9E8AAF76}"/>
              </a:ext>
            </a:extLst>
          </p:cNvPr>
          <p:cNvSpPr>
            <a:spLocks noGrp="1"/>
          </p:cNvSpPr>
          <p:nvPr>
            <p:ph type="ftr" sz="quarter" idx="10"/>
          </p:nvPr>
        </p:nvSpPr>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7" name="Text Placeholder 6">
            <a:extLst>
              <a:ext uri="{FF2B5EF4-FFF2-40B4-BE49-F238E27FC236}">
                <a16:creationId xmlns:a16="http://schemas.microsoft.com/office/drawing/2014/main" id="{48D6D879-08FA-CF45-B6BA-6F39CF3C6CC9}"/>
              </a:ext>
            </a:extLst>
          </p:cNvPr>
          <p:cNvSpPr>
            <a:spLocks noGrp="1"/>
          </p:cNvSpPr>
          <p:nvPr>
            <p:ph type="body" sz="quarter" idx="20" hasCustomPrompt="1"/>
          </p:nvPr>
        </p:nvSpPr>
        <p:spPr>
          <a:xfrm>
            <a:off x="6126480" y="3657600"/>
            <a:ext cx="5443537" cy="742208"/>
          </a:xfrm>
        </p:spPr>
        <p:txBody>
          <a:bodyPr>
            <a:normAutofit/>
          </a:bodyPr>
          <a:lstStyle>
            <a:lvl1pPr marL="0" indent="0">
              <a:buFontTx/>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pic>
        <p:nvPicPr>
          <p:cNvPr id="4" name="Picture 3" descr="Logo&#10;&#10;Description automatically generated">
            <a:extLst>
              <a:ext uri="{FF2B5EF4-FFF2-40B4-BE49-F238E27FC236}">
                <a16:creationId xmlns:a16="http://schemas.microsoft.com/office/drawing/2014/main" id="{F041E4A9-0C1D-F9B3-D410-DA41A8483C9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3602661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blue backgroun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99C3BB1-B9A1-2746-838A-10A7D10433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8000"/>
          </a:xfrm>
          <a:prstGeom prst="rect">
            <a:avLst/>
          </a:prstGeom>
        </p:spPr>
      </p:pic>
      <p:sp>
        <p:nvSpPr>
          <p:cNvPr id="13" name="Footer Placeholder 2">
            <a:extLst>
              <a:ext uri="{FF2B5EF4-FFF2-40B4-BE49-F238E27FC236}">
                <a16:creationId xmlns:a16="http://schemas.microsoft.com/office/drawing/2014/main" id="{25C1A6FA-E3A4-364C-AC49-2720986EA480}"/>
              </a:ext>
            </a:extLst>
          </p:cNvPr>
          <p:cNvSpPr>
            <a:spLocks noGrp="1"/>
          </p:cNvSpPr>
          <p:nvPr>
            <p:ph type="ftr" sz="quarter" idx="10"/>
          </p:nvPr>
        </p:nvSpPr>
        <p:spPr>
          <a:xfrm>
            <a:off x="457200" y="6270170"/>
            <a:ext cx="4114800" cy="294907"/>
          </a:xfrm>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5" name="Text Placeholder 6">
            <a:extLst>
              <a:ext uri="{FF2B5EF4-FFF2-40B4-BE49-F238E27FC236}">
                <a16:creationId xmlns:a16="http://schemas.microsoft.com/office/drawing/2014/main" id="{3AAC5B4D-75D6-8E40-B9D4-60DF68D40050}"/>
              </a:ext>
            </a:extLst>
          </p:cNvPr>
          <p:cNvSpPr>
            <a:spLocks noGrp="1"/>
          </p:cNvSpPr>
          <p:nvPr>
            <p:ph type="body" sz="quarter" idx="20" hasCustomPrompt="1"/>
          </p:nvPr>
        </p:nvSpPr>
        <p:spPr>
          <a:xfrm>
            <a:off x="457200" y="3657600"/>
            <a:ext cx="8385858" cy="742208"/>
          </a:xfrm>
        </p:spPr>
        <p:txBody>
          <a:bodyPr>
            <a:normAutofit/>
          </a:bodyPr>
          <a:lstStyle>
            <a:lvl1pPr marL="0" indent="0">
              <a:buFontTx/>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sp>
        <p:nvSpPr>
          <p:cNvPr id="2" name="Title 1">
            <a:extLst>
              <a:ext uri="{FF2B5EF4-FFF2-40B4-BE49-F238E27FC236}">
                <a16:creationId xmlns:a16="http://schemas.microsoft.com/office/drawing/2014/main" id="{897506C4-7194-5D40-920F-59D9016FA926}"/>
              </a:ext>
            </a:extLst>
          </p:cNvPr>
          <p:cNvSpPr>
            <a:spLocks noGrp="1"/>
          </p:cNvSpPr>
          <p:nvPr>
            <p:ph type="title" hasCustomPrompt="1"/>
          </p:nvPr>
        </p:nvSpPr>
        <p:spPr>
          <a:xfrm>
            <a:off x="457200" y="2743200"/>
            <a:ext cx="8385858" cy="742208"/>
          </a:xfrm>
        </p:spPr>
        <p:txBody>
          <a:bodyPr/>
          <a:lstStyle>
            <a:lvl1pPr>
              <a:defRPr>
                <a:solidFill>
                  <a:schemeClr val="bg1"/>
                </a:solidFill>
              </a:defRPr>
            </a:lvl1pPr>
          </a:lstStyle>
          <a:p>
            <a:r>
              <a:rPr lang="en-US"/>
              <a:t>Section Name</a:t>
            </a:r>
          </a:p>
        </p:txBody>
      </p:sp>
      <p:pic>
        <p:nvPicPr>
          <p:cNvPr id="3" name="Picture 2" descr="Logo&#10;&#10;Description automatically generated">
            <a:extLst>
              <a:ext uri="{FF2B5EF4-FFF2-40B4-BE49-F238E27FC236}">
                <a16:creationId xmlns:a16="http://schemas.microsoft.com/office/drawing/2014/main" id="{E3CD31E0-06BD-F83A-6782-1B8BFBF853B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166842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purple backgroun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B19C49-C586-BC49-BBA0-3EFD9CB8E17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2"/>
            <a:ext cx="12192000" cy="6858001"/>
          </a:xfrm>
          <a:prstGeom prst="rect">
            <a:avLst/>
          </a:prstGeom>
        </p:spPr>
      </p:pic>
      <p:sp>
        <p:nvSpPr>
          <p:cNvPr id="11" name="Footer Placeholder 2">
            <a:extLst>
              <a:ext uri="{FF2B5EF4-FFF2-40B4-BE49-F238E27FC236}">
                <a16:creationId xmlns:a16="http://schemas.microsoft.com/office/drawing/2014/main" id="{4C6D07A8-42F2-DC47-80AA-94FCD5D7B93D}"/>
              </a:ext>
            </a:extLst>
          </p:cNvPr>
          <p:cNvSpPr>
            <a:spLocks noGrp="1"/>
          </p:cNvSpPr>
          <p:nvPr>
            <p:ph type="ftr" sz="quarter" idx="10"/>
          </p:nvPr>
        </p:nvSpPr>
        <p:spPr>
          <a:xfrm>
            <a:off x="457200" y="6270170"/>
            <a:ext cx="4114800" cy="294907"/>
          </a:xfrm>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3" name="Text Placeholder 6">
            <a:extLst>
              <a:ext uri="{FF2B5EF4-FFF2-40B4-BE49-F238E27FC236}">
                <a16:creationId xmlns:a16="http://schemas.microsoft.com/office/drawing/2014/main" id="{6587E896-33D6-2A4C-A980-876E8B45F03C}"/>
              </a:ext>
            </a:extLst>
          </p:cNvPr>
          <p:cNvSpPr>
            <a:spLocks noGrp="1"/>
          </p:cNvSpPr>
          <p:nvPr>
            <p:ph type="body" sz="quarter" idx="20" hasCustomPrompt="1"/>
          </p:nvPr>
        </p:nvSpPr>
        <p:spPr>
          <a:xfrm>
            <a:off x="457200" y="3657600"/>
            <a:ext cx="8385858" cy="742208"/>
          </a:xfrm>
        </p:spPr>
        <p:txBody>
          <a:bodyPr>
            <a:normAutofit/>
          </a:bodyPr>
          <a:lstStyle>
            <a:lvl1pPr marL="0" indent="0">
              <a:buFontTx/>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sp>
        <p:nvSpPr>
          <p:cNvPr id="14" name="Title 1">
            <a:extLst>
              <a:ext uri="{FF2B5EF4-FFF2-40B4-BE49-F238E27FC236}">
                <a16:creationId xmlns:a16="http://schemas.microsoft.com/office/drawing/2014/main" id="{6F11D902-823A-6E4D-905D-AC0679550CB1}"/>
              </a:ext>
            </a:extLst>
          </p:cNvPr>
          <p:cNvSpPr>
            <a:spLocks noGrp="1"/>
          </p:cNvSpPr>
          <p:nvPr>
            <p:ph type="title" hasCustomPrompt="1"/>
          </p:nvPr>
        </p:nvSpPr>
        <p:spPr>
          <a:xfrm>
            <a:off x="457200" y="2743200"/>
            <a:ext cx="8385858" cy="742208"/>
          </a:xfrm>
        </p:spPr>
        <p:txBody>
          <a:bodyPr/>
          <a:lstStyle>
            <a:lvl1pPr>
              <a:defRPr>
                <a:solidFill>
                  <a:schemeClr val="bg1"/>
                </a:solidFill>
              </a:defRPr>
            </a:lvl1pPr>
          </a:lstStyle>
          <a:p>
            <a:r>
              <a:rPr lang="en-US"/>
              <a:t>Section Name</a:t>
            </a:r>
          </a:p>
        </p:txBody>
      </p:sp>
      <p:pic>
        <p:nvPicPr>
          <p:cNvPr id="2" name="Picture 1" descr="Logo&#10;&#10;Description automatically generated">
            <a:extLst>
              <a:ext uri="{FF2B5EF4-FFF2-40B4-BE49-F238E27FC236}">
                <a16:creationId xmlns:a16="http://schemas.microsoft.com/office/drawing/2014/main" id="{211248FA-C73B-7A43-5A1C-43ECF85E1E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9849871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Section divider purple backgroun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B19C49-C586-BC49-BBA0-3EFD9CB8E17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7004050"/>
          </a:xfrm>
          <a:prstGeom prst="rect">
            <a:avLst/>
          </a:prstGeom>
        </p:spPr>
      </p:pic>
      <p:sp>
        <p:nvSpPr>
          <p:cNvPr id="11" name="Footer Placeholder 2">
            <a:extLst>
              <a:ext uri="{FF2B5EF4-FFF2-40B4-BE49-F238E27FC236}">
                <a16:creationId xmlns:a16="http://schemas.microsoft.com/office/drawing/2014/main" id="{4C6D07A8-42F2-DC47-80AA-94FCD5D7B93D}"/>
              </a:ext>
            </a:extLst>
          </p:cNvPr>
          <p:cNvSpPr>
            <a:spLocks noGrp="1"/>
          </p:cNvSpPr>
          <p:nvPr>
            <p:ph type="ftr" sz="quarter" idx="10"/>
          </p:nvPr>
        </p:nvSpPr>
        <p:spPr>
          <a:xfrm>
            <a:off x="457200" y="6270170"/>
            <a:ext cx="4114800" cy="294907"/>
          </a:xfrm>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3" name="Text Placeholder 6">
            <a:extLst>
              <a:ext uri="{FF2B5EF4-FFF2-40B4-BE49-F238E27FC236}">
                <a16:creationId xmlns:a16="http://schemas.microsoft.com/office/drawing/2014/main" id="{6587E896-33D6-2A4C-A980-876E8B45F03C}"/>
              </a:ext>
            </a:extLst>
          </p:cNvPr>
          <p:cNvSpPr>
            <a:spLocks noGrp="1"/>
          </p:cNvSpPr>
          <p:nvPr>
            <p:ph type="body" sz="quarter" idx="20" hasCustomPrompt="1"/>
          </p:nvPr>
        </p:nvSpPr>
        <p:spPr>
          <a:xfrm>
            <a:off x="457200" y="3657600"/>
            <a:ext cx="8385858" cy="742208"/>
          </a:xfrm>
        </p:spPr>
        <p:txBody>
          <a:bodyPr>
            <a:normAutofit/>
          </a:bodyPr>
          <a:lstStyle>
            <a:lvl1pPr marL="0" indent="0">
              <a:buFontTx/>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sp>
        <p:nvSpPr>
          <p:cNvPr id="14" name="Title 1">
            <a:extLst>
              <a:ext uri="{FF2B5EF4-FFF2-40B4-BE49-F238E27FC236}">
                <a16:creationId xmlns:a16="http://schemas.microsoft.com/office/drawing/2014/main" id="{6F11D902-823A-6E4D-905D-AC0679550CB1}"/>
              </a:ext>
            </a:extLst>
          </p:cNvPr>
          <p:cNvSpPr>
            <a:spLocks noGrp="1"/>
          </p:cNvSpPr>
          <p:nvPr>
            <p:ph type="title" hasCustomPrompt="1"/>
          </p:nvPr>
        </p:nvSpPr>
        <p:spPr>
          <a:xfrm>
            <a:off x="457200" y="2743200"/>
            <a:ext cx="8385858" cy="742208"/>
          </a:xfrm>
        </p:spPr>
        <p:txBody>
          <a:bodyPr/>
          <a:lstStyle>
            <a:lvl1pPr>
              <a:defRPr>
                <a:solidFill>
                  <a:schemeClr val="bg1"/>
                </a:solidFill>
              </a:defRPr>
            </a:lvl1pPr>
          </a:lstStyle>
          <a:p>
            <a:r>
              <a:rPr lang="en-US"/>
              <a:t>Section Name</a:t>
            </a:r>
          </a:p>
        </p:txBody>
      </p:sp>
      <p:pic>
        <p:nvPicPr>
          <p:cNvPr id="2" name="Picture 1" descr="Logo&#10;&#10;Description automatically generated">
            <a:extLst>
              <a:ext uri="{FF2B5EF4-FFF2-40B4-BE49-F238E27FC236}">
                <a16:creationId xmlns:a16="http://schemas.microsoft.com/office/drawing/2014/main" id="{B524DDE5-A3FE-AF5E-DFAC-934650CD574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2808551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divider pink backgroun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B8DC9B2-737A-C042-BDC1-2A1F345AD33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12" name="Footer Placeholder 2">
            <a:extLst>
              <a:ext uri="{FF2B5EF4-FFF2-40B4-BE49-F238E27FC236}">
                <a16:creationId xmlns:a16="http://schemas.microsoft.com/office/drawing/2014/main" id="{15320B6F-DEB4-1244-AD0F-2B86D2165275}"/>
              </a:ext>
            </a:extLst>
          </p:cNvPr>
          <p:cNvSpPr>
            <a:spLocks noGrp="1"/>
          </p:cNvSpPr>
          <p:nvPr>
            <p:ph type="ftr" sz="quarter" idx="10"/>
          </p:nvPr>
        </p:nvSpPr>
        <p:spPr>
          <a:xfrm>
            <a:off x="457200" y="6272784"/>
            <a:ext cx="4114800" cy="294907"/>
          </a:xfrm>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3" name="Text Placeholder 6">
            <a:extLst>
              <a:ext uri="{FF2B5EF4-FFF2-40B4-BE49-F238E27FC236}">
                <a16:creationId xmlns:a16="http://schemas.microsoft.com/office/drawing/2014/main" id="{8A5201DE-2C50-844C-8088-E615FE06495D}"/>
              </a:ext>
            </a:extLst>
          </p:cNvPr>
          <p:cNvSpPr>
            <a:spLocks noGrp="1"/>
          </p:cNvSpPr>
          <p:nvPr>
            <p:ph type="body" sz="quarter" idx="20" hasCustomPrompt="1"/>
          </p:nvPr>
        </p:nvSpPr>
        <p:spPr>
          <a:xfrm>
            <a:off x="457200" y="3657600"/>
            <a:ext cx="8385858" cy="742208"/>
          </a:xfrm>
        </p:spPr>
        <p:txBody>
          <a:bodyPr>
            <a:normAutofit/>
          </a:bodyPr>
          <a:lstStyle>
            <a:lvl1pPr marL="0" indent="0">
              <a:buFontTx/>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r>
              <a:rPr lang="en-US" sz="1800"/>
              <a:t>Subtitle can go here in 18pt</a:t>
            </a:r>
          </a:p>
        </p:txBody>
      </p:sp>
      <p:sp>
        <p:nvSpPr>
          <p:cNvPr id="14" name="Title 1">
            <a:extLst>
              <a:ext uri="{FF2B5EF4-FFF2-40B4-BE49-F238E27FC236}">
                <a16:creationId xmlns:a16="http://schemas.microsoft.com/office/drawing/2014/main" id="{CB274154-93D3-B04C-9C8A-CC3A7040F8B8}"/>
              </a:ext>
            </a:extLst>
          </p:cNvPr>
          <p:cNvSpPr>
            <a:spLocks noGrp="1"/>
          </p:cNvSpPr>
          <p:nvPr>
            <p:ph type="title" hasCustomPrompt="1"/>
          </p:nvPr>
        </p:nvSpPr>
        <p:spPr>
          <a:xfrm>
            <a:off x="457200" y="2743200"/>
            <a:ext cx="8385858" cy="742208"/>
          </a:xfrm>
        </p:spPr>
        <p:txBody>
          <a:bodyPr/>
          <a:lstStyle>
            <a:lvl1pPr>
              <a:defRPr>
                <a:solidFill>
                  <a:schemeClr val="bg1"/>
                </a:solidFill>
              </a:defRPr>
            </a:lvl1pPr>
          </a:lstStyle>
          <a:p>
            <a:r>
              <a:rPr lang="en-US"/>
              <a:t>Section Name</a:t>
            </a:r>
          </a:p>
        </p:txBody>
      </p:sp>
      <p:pic>
        <p:nvPicPr>
          <p:cNvPr id="2" name="Picture 1" descr="Logo&#10;&#10;Description automatically generated">
            <a:extLst>
              <a:ext uri="{FF2B5EF4-FFF2-40B4-BE49-F238E27FC236}">
                <a16:creationId xmlns:a16="http://schemas.microsoft.com/office/drawing/2014/main" id="{E317B32A-DDF2-4043-3C5E-695C460A3BF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8420" y="5768135"/>
            <a:ext cx="2137209" cy="1017718"/>
          </a:xfrm>
          <a:prstGeom prst="rect">
            <a:avLst/>
          </a:prstGeom>
        </p:spPr>
      </p:pic>
    </p:spTree>
    <p:extLst>
      <p:ext uri="{BB962C8B-B14F-4D97-AF65-F5344CB8AC3E}">
        <p14:creationId xmlns:p14="http://schemas.microsoft.com/office/powerpoint/2010/main" val="9683012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le of contents 1">
    <p:spTree>
      <p:nvGrpSpPr>
        <p:cNvPr id="1" name=""/>
        <p:cNvGrpSpPr/>
        <p:nvPr/>
      </p:nvGrpSpPr>
      <p:grpSpPr>
        <a:xfrm>
          <a:off x="0" y="0"/>
          <a:ext cx="0" cy="0"/>
          <a:chOff x="0" y="0"/>
          <a:chExt cx="0" cy="0"/>
        </a:xfrm>
      </p:grpSpPr>
      <p:pic>
        <p:nvPicPr>
          <p:cNvPr id="7" name="Picture 6" descr="A close up of a logo&#10;&#10;Description automatically generated">
            <a:extLst>
              <a:ext uri="{FF2B5EF4-FFF2-40B4-BE49-F238E27FC236}">
                <a16:creationId xmlns:a16="http://schemas.microsoft.com/office/drawing/2014/main" id="{83430753-7303-104D-B411-2D42DC914FC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002379" y="0"/>
            <a:ext cx="5189622" cy="4282445"/>
          </a:xfrm>
          <a:prstGeom prst="rect">
            <a:avLst/>
          </a:prstGeom>
        </p:spPr>
      </p:pic>
      <p:sp>
        <p:nvSpPr>
          <p:cNvPr id="2" name="Title 1">
            <a:extLst>
              <a:ext uri="{FF2B5EF4-FFF2-40B4-BE49-F238E27FC236}">
                <a16:creationId xmlns:a16="http://schemas.microsoft.com/office/drawing/2014/main" id="{38503306-DAE8-3F4C-BBF0-3C9A9ECC0BD3}"/>
              </a:ext>
            </a:extLst>
          </p:cNvPr>
          <p:cNvSpPr>
            <a:spLocks noGrp="1"/>
          </p:cNvSpPr>
          <p:nvPr>
            <p:ph type="title" hasCustomPrompt="1"/>
          </p:nvPr>
        </p:nvSpPr>
        <p:spPr/>
        <p:txBody>
          <a:bodyPr>
            <a:noAutofit/>
          </a:bodyPr>
          <a:lstStyle/>
          <a:p>
            <a:r>
              <a:rPr lang="en-US" dirty="0"/>
              <a:t>Headline preset in 32pt bolded for emphasis</a:t>
            </a:r>
          </a:p>
        </p:txBody>
      </p:sp>
      <p:sp>
        <p:nvSpPr>
          <p:cNvPr id="14" name="Footer Placeholder 13">
            <a:extLst>
              <a:ext uri="{FF2B5EF4-FFF2-40B4-BE49-F238E27FC236}">
                <a16:creationId xmlns:a16="http://schemas.microsoft.com/office/drawing/2014/main" id="{A0A7F25F-F404-B447-89A4-55A847CEB388}"/>
              </a:ext>
            </a:extLst>
          </p:cNvPr>
          <p:cNvSpPr>
            <a:spLocks noGrp="1"/>
          </p:cNvSpPr>
          <p:nvPr>
            <p:ph type="ftr" sz="quarter" idx="11"/>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6" name="Text Placeholder 5">
            <a:extLst>
              <a:ext uri="{FF2B5EF4-FFF2-40B4-BE49-F238E27FC236}">
                <a16:creationId xmlns:a16="http://schemas.microsoft.com/office/drawing/2014/main" id="{3A2A44E7-0A3C-7B49-9F3C-FE625D77DE95}"/>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8" name="Text Placeholder 10">
            <a:extLst>
              <a:ext uri="{FF2B5EF4-FFF2-40B4-BE49-F238E27FC236}">
                <a16:creationId xmlns:a16="http://schemas.microsoft.com/office/drawing/2014/main" id="{1993B3B3-792A-AD40-9B26-FACA754DFA78}"/>
              </a:ext>
            </a:extLst>
          </p:cNvPr>
          <p:cNvSpPr>
            <a:spLocks noGrp="1"/>
          </p:cNvSpPr>
          <p:nvPr>
            <p:ph type="body" sz="quarter" idx="10" hasCustomPrompt="1"/>
          </p:nvPr>
        </p:nvSpPr>
        <p:spPr>
          <a:xfrm>
            <a:off x="457200" y="2011680"/>
            <a:ext cx="11274425" cy="3967089"/>
          </a:xfrm>
        </p:spPr>
        <p:txBody>
          <a:bodyPr vert="horz" lIns="0" tIns="0" rIns="0" bIns="0" rtlCol="0">
            <a:noAutofit/>
          </a:bodyPr>
          <a:lstStyle>
            <a:lvl1pPr>
              <a:lnSpc>
                <a:spcPct val="110000"/>
              </a:lnSpc>
              <a:spcBef>
                <a:spcPts val="1200"/>
              </a:spcBef>
              <a:defRPr lang="en-US" sz="1800" b="1" i="0" dirty="0" smtClean="0">
                <a:solidFill>
                  <a:srgbClr val="1D4F91"/>
                </a:solidFill>
                <a:latin typeface="+mj-lt"/>
              </a:defRPr>
            </a:lvl1pPr>
            <a:lvl2pPr marL="0" indent="0">
              <a:lnSpc>
                <a:spcPct val="110000"/>
              </a:lnSpc>
              <a:spcBef>
                <a:spcPts val="0"/>
              </a:spcBef>
              <a:buFontTx/>
              <a:buNone/>
              <a:defRPr lang="en-US" sz="1600" b="0" kern="1200" dirty="0" smtClean="0">
                <a:solidFill>
                  <a:srgbClr val="63666A"/>
                </a:solidFill>
                <a:latin typeface="+mn-lt"/>
                <a:ea typeface="+mn-ea"/>
                <a:cs typeface="Arial" panose="020B0604020202020204" pitchFamily="34" charset="0"/>
              </a:defRPr>
            </a:lvl2pPr>
            <a:lvl3pPr marL="0" indent="0">
              <a:lnSpc>
                <a:spcPct val="110000"/>
              </a:lnSpc>
              <a:spcBef>
                <a:spcPts val="0"/>
              </a:spcBef>
              <a:buFontTx/>
              <a:buNone/>
              <a:defRPr lang="en-US" sz="1600" b="0" kern="1200" dirty="0" smtClean="0">
                <a:solidFill>
                  <a:srgbClr val="63666A"/>
                </a:solidFill>
                <a:latin typeface="+mn-lt"/>
                <a:ea typeface="+mn-ea"/>
                <a:cs typeface="Arial" panose="020B0604020202020204" pitchFamily="34" charset="0"/>
              </a:defRPr>
            </a:lvl3pPr>
          </a:lstStyle>
          <a:p>
            <a:pPr lvl="0"/>
            <a:r>
              <a:rPr lang="en-US" dirty="0"/>
              <a:t>Section Title here in preset 18pt Arial Bold</a:t>
            </a:r>
          </a:p>
          <a:p>
            <a:pPr lvl="1"/>
            <a:r>
              <a:rPr lang="en-US" dirty="0"/>
              <a:t>First item here in preset 16pt Arial Regular</a:t>
            </a:r>
          </a:p>
          <a:p>
            <a:pPr lvl="2"/>
            <a:r>
              <a:rPr lang="en-US" dirty="0"/>
              <a:t>Second item here in preset 16pt Arial Regular</a:t>
            </a:r>
          </a:p>
          <a:p>
            <a:pPr lvl="0"/>
            <a:r>
              <a:rPr lang="en-US" dirty="0"/>
              <a:t>Section Title here in preset 18pt Arial Bold</a:t>
            </a:r>
          </a:p>
          <a:p>
            <a:pPr lvl="1"/>
            <a:r>
              <a:rPr lang="en-US" dirty="0"/>
              <a:t>First item here in preset 16pt Arial Regular</a:t>
            </a:r>
          </a:p>
          <a:p>
            <a:pPr lvl="2"/>
            <a:r>
              <a:rPr lang="en-US" dirty="0"/>
              <a:t>Second item here in preset 16pt Arial Regular</a:t>
            </a:r>
          </a:p>
          <a:p>
            <a:pPr lvl="0"/>
            <a:r>
              <a:rPr lang="en-US" dirty="0"/>
              <a:t>Section Title here in preset 18pt Arial Bold</a:t>
            </a:r>
          </a:p>
          <a:p>
            <a:pPr lvl="1"/>
            <a:r>
              <a:rPr lang="en-US" dirty="0"/>
              <a:t>First item here in preset 16pt Arial Regular</a:t>
            </a:r>
          </a:p>
          <a:p>
            <a:pPr lvl="2"/>
            <a:r>
              <a:rPr lang="en-US" dirty="0"/>
              <a:t>Second item here in preset 16pt Arial Regular</a:t>
            </a:r>
          </a:p>
          <a:p>
            <a:pPr lvl="0"/>
            <a:r>
              <a:rPr lang="en-US" dirty="0"/>
              <a:t>Section Title here in preset 18pt Arial Bold</a:t>
            </a:r>
          </a:p>
          <a:p>
            <a:pPr lvl="1"/>
            <a:r>
              <a:rPr lang="en-US" dirty="0"/>
              <a:t>First item here in preset 16pt Arial Regular</a:t>
            </a:r>
          </a:p>
          <a:p>
            <a:pPr lvl="2"/>
            <a:r>
              <a:rPr lang="en-US" dirty="0"/>
              <a:t>Second item here in preset 16pt Arial Regular</a:t>
            </a:r>
          </a:p>
        </p:txBody>
      </p:sp>
    </p:spTree>
    <p:extLst>
      <p:ext uri="{BB962C8B-B14F-4D97-AF65-F5344CB8AC3E}">
        <p14:creationId xmlns:p14="http://schemas.microsoft.com/office/powerpoint/2010/main" val="17999952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03306-DAE8-3F4C-BBF0-3C9A9ECC0BD3}"/>
              </a:ext>
            </a:extLst>
          </p:cNvPr>
          <p:cNvSpPr>
            <a:spLocks noGrp="1"/>
          </p:cNvSpPr>
          <p:nvPr>
            <p:ph type="title" hasCustomPrompt="1"/>
          </p:nvPr>
        </p:nvSpPr>
        <p:spPr/>
        <p:txBody>
          <a:bodyPr>
            <a:noAutofit/>
          </a:bodyPr>
          <a:lstStyle/>
          <a:p>
            <a:r>
              <a:rPr lang="en-US" dirty="0"/>
              <a:t>Headline preset in 32pt bolded for emphasis</a:t>
            </a:r>
          </a:p>
        </p:txBody>
      </p:sp>
      <p:pic>
        <p:nvPicPr>
          <p:cNvPr id="5" name="Picture 4">
            <a:extLst>
              <a:ext uri="{FF2B5EF4-FFF2-40B4-BE49-F238E27FC236}">
                <a16:creationId xmlns:a16="http://schemas.microsoft.com/office/drawing/2014/main" id="{075F3088-D974-6C4E-8BEB-1787790ED24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002379" y="0"/>
            <a:ext cx="5189622" cy="4282444"/>
          </a:xfrm>
          <a:prstGeom prst="rect">
            <a:avLst/>
          </a:prstGeom>
        </p:spPr>
      </p:pic>
      <p:sp>
        <p:nvSpPr>
          <p:cNvPr id="8" name="Text Placeholder 10">
            <a:extLst>
              <a:ext uri="{FF2B5EF4-FFF2-40B4-BE49-F238E27FC236}">
                <a16:creationId xmlns:a16="http://schemas.microsoft.com/office/drawing/2014/main" id="{8C31FF33-2EE0-E04D-9325-7BE1819AFD68}"/>
              </a:ext>
            </a:extLst>
          </p:cNvPr>
          <p:cNvSpPr>
            <a:spLocks noGrp="1"/>
          </p:cNvSpPr>
          <p:nvPr>
            <p:ph type="body" sz="quarter" idx="10" hasCustomPrompt="1"/>
          </p:nvPr>
        </p:nvSpPr>
        <p:spPr>
          <a:xfrm>
            <a:off x="457200" y="2011680"/>
            <a:ext cx="11274425" cy="3977138"/>
          </a:xfrm>
        </p:spPr>
        <p:txBody>
          <a:bodyPr vert="horz" lIns="0" tIns="0" rIns="0" bIns="0" rtlCol="0">
            <a:noAutofit/>
          </a:bodyPr>
          <a:lstStyle>
            <a:lvl1pPr>
              <a:lnSpc>
                <a:spcPct val="110000"/>
              </a:lnSpc>
              <a:spcBef>
                <a:spcPts val="1200"/>
              </a:spcBef>
              <a:defRPr lang="en-US" sz="1800" b="1" i="0" dirty="0" smtClean="0">
                <a:solidFill>
                  <a:srgbClr val="1D4F91"/>
                </a:solidFill>
                <a:latin typeface="+mj-lt"/>
              </a:defRPr>
            </a:lvl1pPr>
            <a:lvl2pPr marL="0" indent="0">
              <a:lnSpc>
                <a:spcPct val="110000"/>
              </a:lnSpc>
              <a:spcBef>
                <a:spcPts val="0"/>
              </a:spcBef>
              <a:buFontTx/>
              <a:buNone/>
              <a:defRPr lang="en-US" sz="1600" b="0" kern="1200" dirty="0" smtClean="0">
                <a:solidFill>
                  <a:srgbClr val="63666A"/>
                </a:solidFill>
                <a:latin typeface="+mn-lt"/>
                <a:ea typeface="+mn-ea"/>
                <a:cs typeface="Arial" panose="020B0604020202020204" pitchFamily="34" charset="0"/>
              </a:defRPr>
            </a:lvl2pPr>
            <a:lvl3pPr marL="0" indent="0">
              <a:lnSpc>
                <a:spcPct val="110000"/>
              </a:lnSpc>
              <a:spcBef>
                <a:spcPts val="0"/>
              </a:spcBef>
              <a:buFontTx/>
              <a:buNone/>
              <a:defRPr lang="en-US" sz="1600" b="0" kern="1200" dirty="0" smtClean="0">
                <a:solidFill>
                  <a:srgbClr val="63666A"/>
                </a:solidFill>
                <a:latin typeface="+mn-lt"/>
                <a:ea typeface="+mn-ea"/>
                <a:cs typeface="Arial" panose="020B0604020202020204" pitchFamily="34" charset="0"/>
              </a:defRPr>
            </a:lvl3pPr>
          </a:lstStyle>
          <a:p>
            <a:pPr lvl="0"/>
            <a:r>
              <a:rPr lang="en-US" dirty="0"/>
              <a:t>Section Title here in preset 18pt Arial Bold</a:t>
            </a:r>
          </a:p>
          <a:p>
            <a:pPr lvl="1"/>
            <a:r>
              <a:rPr lang="en-US" dirty="0"/>
              <a:t>First item here in preset 16pt Arial Regular</a:t>
            </a:r>
          </a:p>
          <a:p>
            <a:pPr lvl="2"/>
            <a:r>
              <a:rPr lang="en-US" dirty="0"/>
              <a:t>Second item here in preset 16pt Arial Regular</a:t>
            </a:r>
          </a:p>
          <a:p>
            <a:pPr lvl="0"/>
            <a:r>
              <a:rPr lang="en-US" dirty="0"/>
              <a:t>Section Title here in preset 18pt Arial Bold</a:t>
            </a:r>
          </a:p>
          <a:p>
            <a:pPr lvl="1"/>
            <a:r>
              <a:rPr lang="en-US" dirty="0"/>
              <a:t>First item here in preset 16pt Arial Regular</a:t>
            </a:r>
          </a:p>
          <a:p>
            <a:pPr lvl="2"/>
            <a:r>
              <a:rPr lang="en-US" dirty="0"/>
              <a:t>Second item here in preset 16pt Arial Regular</a:t>
            </a:r>
          </a:p>
          <a:p>
            <a:pPr lvl="0"/>
            <a:r>
              <a:rPr lang="en-US" dirty="0"/>
              <a:t>Section Title here in preset 18pt Arial Bold</a:t>
            </a:r>
          </a:p>
          <a:p>
            <a:pPr lvl="1"/>
            <a:r>
              <a:rPr lang="en-US" dirty="0"/>
              <a:t>First item here in preset 16pt Arial Regular</a:t>
            </a:r>
          </a:p>
          <a:p>
            <a:pPr lvl="2"/>
            <a:r>
              <a:rPr lang="en-US" dirty="0"/>
              <a:t>Second item here in preset 16pt Arial Regular</a:t>
            </a:r>
          </a:p>
          <a:p>
            <a:pPr lvl="0"/>
            <a:r>
              <a:rPr lang="en-US" dirty="0"/>
              <a:t>Section Title here in preset 18pt Arial Bold</a:t>
            </a:r>
          </a:p>
          <a:p>
            <a:pPr lvl="1"/>
            <a:r>
              <a:rPr lang="en-US" dirty="0"/>
              <a:t>First item here in preset 16pt Arial Regular</a:t>
            </a:r>
          </a:p>
          <a:p>
            <a:pPr lvl="2"/>
            <a:r>
              <a:rPr lang="en-US" dirty="0"/>
              <a:t>Second item here in preset 16pt Arial Regular</a:t>
            </a:r>
          </a:p>
        </p:txBody>
      </p:sp>
      <p:sp>
        <p:nvSpPr>
          <p:cNvPr id="4" name="Footer Placeholder 3">
            <a:extLst>
              <a:ext uri="{FF2B5EF4-FFF2-40B4-BE49-F238E27FC236}">
                <a16:creationId xmlns:a16="http://schemas.microsoft.com/office/drawing/2014/main" id="{CC0A4C73-36A4-5444-AA69-A470EB6713B0}"/>
              </a:ext>
            </a:extLst>
          </p:cNvPr>
          <p:cNvSpPr>
            <a:spLocks noGrp="1"/>
          </p:cNvSpPr>
          <p:nvPr>
            <p:ph type="ftr" sz="quarter" idx="11"/>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6" name="Text Placeholder 5">
            <a:extLst>
              <a:ext uri="{FF2B5EF4-FFF2-40B4-BE49-F238E27FC236}">
                <a16:creationId xmlns:a16="http://schemas.microsoft.com/office/drawing/2014/main" id="{99EF3729-8290-8847-A864-B37074D891FE}"/>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22374646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48582-6344-9249-AB0B-6A7518C2340D}"/>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36A7D5F6-15EC-B24E-99EB-7EF5E0025065}"/>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0E9B00BC-2F3C-2C42-8E19-255DAFAF3864}"/>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6" name="Text Placeholder 6">
            <a:extLst>
              <a:ext uri="{FF2B5EF4-FFF2-40B4-BE49-F238E27FC236}">
                <a16:creationId xmlns:a16="http://schemas.microsoft.com/office/drawing/2014/main" id="{BDA52A95-B4BB-2E4C-950E-C79CBEF3400C}"/>
              </a:ext>
            </a:extLst>
          </p:cNvPr>
          <p:cNvSpPr>
            <a:spLocks noGrp="1"/>
          </p:cNvSpPr>
          <p:nvPr>
            <p:ph type="body" sz="quarter" idx="31" hasCustomPrompt="1"/>
          </p:nvPr>
        </p:nvSpPr>
        <p:spPr>
          <a:xfrm>
            <a:off x="457200" y="2011680"/>
            <a:ext cx="11274424"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038">
              <a:lnSpc>
                <a:spcPct val="110000"/>
              </a:lnSpc>
              <a:buFont typeface="System Font Regular"/>
              <a:buChar char="–"/>
              <a:tabLst/>
              <a:defRPr sz="1600"/>
            </a:lvl4pPr>
            <a:lvl5pPr marL="694944" indent="-173038">
              <a:lnSpc>
                <a:spcPct val="110000"/>
              </a:lnSpc>
              <a:buFont typeface="Arial" panose="020B0604020202020204" pitchFamily="34" charset="0"/>
              <a:buChar char="•"/>
              <a:tabLst/>
              <a:defRPr sz="1600"/>
            </a:lvl5pPr>
            <a:lvl6pPr marL="868680" indent="-169863">
              <a:lnSpc>
                <a:spcPct val="110000"/>
              </a:lnSpc>
              <a:buFont typeface="System Font Regular"/>
              <a:buChar char="–"/>
              <a:tabLst/>
              <a:defRPr sz="1600">
                <a:solidFill>
                  <a:srgbClr val="63666A"/>
                </a:solidFill>
              </a:defRPr>
            </a:lvl6pPr>
          </a:lstStyle>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Tree>
    <p:extLst>
      <p:ext uri="{BB962C8B-B14F-4D97-AF65-F5344CB8AC3E}">
        <p14:creationId xmlns:p14="http://schemas.microsoft.com/office/powerpoint/2010/main" val="9941386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column 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03306-DAE8-3F4C-BBF0-3C9A9ECC0BD3}"/>
              </a:ext>
            </a:extLst>
          </p:cNvPr>
          <p:cNvSpPr>
            <a:spLocks noGrp="1"/>
          </p:cNvSpPr>
          <p:nvPr>
            <p:ph type="title" hasCustomPrompt="1"/>
          </p:nvPr>
        </p:nvSpPr>
        <p:spPr/>
        <p:txBody>
          <a:bodyPr>
            <a:noAutofit/>
          </a:bodyPr>
          <a:lstStyle/>
          <a:p>
            <a:r>
              <a:rPr lang="en-US" dirty="0"/>
              <a:t>Headline preset in 32pt bolded for emphasis</a:t>
            </a:r>
          </a:p>
        </p:txBody>
      </p:sp>
      <p:sp>
        <p:nvSpPr>
          <p:cNvPr id="8" name="Text Placeholder 10">
            <a:extLst>
              <a:ext uri="{FF2B5EF4-FFF2-40B4-BE49-F238E27FC236}">
                <a16:creationId xmlns:a16="http://schemas.microsoft.com/office/drawing/2014/main" id="{8C31FF33-2EE0-E04D-9325-7BE1819AFD68}"/>
              </a:ext>
            </a:extLst>
          </p:cNvPr>
          <p:cNvSpPr>
            <a:spLocks noGrp="1"/>
          </p:cNvSpPr>
          <p:nvPr>
            <p:ph type="body" sz="quarter" idx="10" hasCustomPrompt="1"/>
          </p:nvPr>
        </p:nvSpPr>
        <p:spPr>
          <a:xfrm>
            <a:off x="457200" y="2011680"/>
            <a:ext cx="11274425" cy="3987186"/>
          </a:xfrm>
        </p:spPr>
        <p:txBody>
          <a:bodyPr vert="horz" lIns="0" tIns="0" rIns="0" bIns="0" numCol="2" spcCol="457200" rtlCol="0">
            <a:noAutofit/>
          </a:bodyPr>
          <a:lstStyle>
            <a:lvl1pPr>
              <a:lnSpc>
                <a:spcPct val="110000"/>
              </a:lnSpc>
              <a:spcBef>
                <a:spcPts val="0"/>
              </a:spcBef>
              <a:spcAft>
                <a:spcPts val="600"/>
              </a:spcAft>
              <a:defRPr lang="en-US" sz="1800" b="1" i="0" dirty="0" smtClean="0">
                <a:solidFill>
                  <a:srgbClr val="1D4F91"/>
                </a:solidFill>
                <a:latin typeface="+mj-lt"/>
              </a:defRPr>
            </a:lvl1pPr>
            <a:lvl2pPr marL="0" indent="0">
              <a:lnSpc>
                <a:spcPct val="110000"/>
              </a:lnSpc>
              <a:spcBef>
                <a:spcPts val="0"/>
              </a:spcBef>
              <a:spcAft>
                <a:spcPts val="600"/>
              </a:spcAft>
              <a:buFontTx/>
              <a:buNone/>
              <a:defRPr lang="en-US" sz="1600" b="0" kern="1200" dirty="0" smtClean="0">
                <a:solidFill>
                  <a:srgbClr val="63666A"/>
                </a:solidFill>
                <a:latin typeface="+mn-lt"/>
                <a:ea typeface="+mn-ea"/>
                <a:cs typeface="Arial" panose="020B0604020202020204" pitchFamily="34" charset="0"/>
              </a:defRPr>
            </a:lvl2pPr>
            <a:lvl3pPr marL="0" indent="0">
              <a:lnSpc>
                <a:spcPct val="110000"/>
              </a:lnSpc>
              <a:spcBef>
                <a:spcPts val="0"/>
              </a:spcBef>
              <a:spcAft>
                <a:spcPts val="600"/>
              </a:spcAft>
              <a:buFontTx/>
              <a:buNone/>
              <a:defRPr lang="en-US" sz="1600" b="0" kern="1200" dirty="0" smtClean="0">
                <a:solidFill>
                  <a:srgbClr val="63666A"/>
                </a:solidFill>
                <a:latin typeface="+mn-lt"/>
                <a:ea typeface="+mn-ea"/>
                <a:cs typeface="Arial" panose="020B0604020202020204" pitchFamily="34" charset="0"/>
              </a:defRPr>
            </a:lvl3pPr>
          </a:lstStyle>
          <a:p>
            <a:pPr lvl="0"/>
            <a:r>
              <a:rPr lang="en-US" dirty="0"/>
              <a:t>Section Title here in preset 18pt Arial Bold</a:t>
            </a:r>
          </a:p>
          <a:p>
            <a:pPr lvl="1"/>
            <a:r>
              <a:rPr lang="en-US" dirty="0"/>
              <a:t>First item here in preset 18pt Arial Regular</a:t>
            </a:r>
          </a:p>
          <a:p>
            <a:pPr lvl="2"/>
            <a:r>
              <a:rPr lang="en-US" dirty="0"/>
              <a:t>Second item here in preset 18pt Arial Regular</a:t>
            </a:r>
          </a:p>
          <a:p>
            <a:pPr lvl="1"/>
            <a:r>
              <a:rPr lang="en-US" dirty="0"/>
              <a:t>First item here in preset 18pt Arial Regular</a:t>
            </a:r>
          </a:p>
          <a:p>
            <a:pPr lvl="2"/>
            <a:r>
              <a:rPr lang="en-US" dirty="0"/>
              <a:t>Second item here in preset 18pt Arial Regular</a:t>
            </a:r>
          </a:p>
          <a:p>
            <a:pPr lvl="2"/>
            <a:endParaRPr lang="en-US" dirty="0"/>
          </a:p>
          <a:p>
            <a:pPr lvl="0"/>
            <a:r>
              <a:rPr lang="en-US" dirty="0"/>
              <a:t>Section Title here in preset 18pt Arial Bold</a:t>
            </a:r>
          </a:p>
          <a:p>
            <a:pPr lvl="1"/>
            <a:r>
              <a:rPr lang="en-US" dirty="0"/>
              <a:t>First item here in preset 18pt Arial Regular</a:t>
            </a:r>
          </a:p>
          <a:p>
            <a:pPr lvl="1"/>
            <a:r>
              <a:rPr lang="en-US" dirty="0"/>
              <a:t>Second item here in preset 18pt Arial Regular</a:t>
            </a:r>
          </a:p>
          <a:p>
            <a:pPr lvl="1"/>
            <a:r>
              <a:rPr lang="en-US" dirty="0"/>
              <a:t>First item here in preset 18pt Arial Regular</a:t>
            </a:r>
          </a:p>
          <a:p>
            <a:pPr lvl="2"/>
            <a:r>
              <a:rPr lang="en-US" dirty="0"/>
              <a:t>Second item here in preset 18pt Arial Regular</a:t>
            </a:r>
          </a:p>
          <a:p>
            <a:pPr lvl="2"/>
            <a:endParaRPr lang="en-US" dirty="0"/>
          </a:p>
          <a:p>
            <a:pPr lvl="0"/>
            <a:r>
              <a:rPr lang="en-US" dirty="0"/>
              <a:t>Section Title here in preset 18pt Arial Bold</a:t>
            </a:r>
          </a:p>
          <a:p>
            <a:pPr lvl="1"/>
            <a:r>
              <a:rPr lang="en-US" dirty="0"/>
              <a:t>First item here in preset 18pt Arial Regular</a:t>
            </a:r>
          </a:p>
          <a:p>
            <a:pPr lvl="1"/>
            <a:r>
              <a:rPr lang="en-US" dirty="0"/>
              <a:t>Second item here in preset 18pt Arial Regular</a:t>
            </a:r>
          </a:p>
          <a:p>
            <a:pPr lvl="1"/>
            <a:r>
              <a:rPr lang="en-US" dirty="0"/>
              <a:t>First item here in preset 18pt Arial Regular</a:t>
            </a:r>
          </a:p>
          <a:p>
            <a:pPr lvl="2"/>
            <a:r>
              <a:rPr lang="en-US" dirty="0"/>
              <a:t>Second item here in preset 18pt Arial Regular</a:t>
            </a:r>
          </a:p>
          <a:p>
            <a:pPr lvl="2"/>
            <a:endParaRPr lang="en-US" dirty="0"/>
          </a:p>
          <a:p>
            <a:pPr lvl="0"/>
            <a:r>
              <a:rPr lang="en-US" dirty="0"/>
              <a:t>Section Title here in preset 18pt Arial Bold</a:t>
            </a:r>
          </a:p>
          <a:p>
            <a:pPr lvl="1"/>
            <a:r>
              <a:rPr lang="en-US" dirty="0"/>
              <a:t>First item here in preset 18pt Arial Regular</a:t>
            </a:r>
          </a:p>
          <a:p>
            <a:pPr lvl="2"/>
            <a:r>
              <a:rPr lang="en-US" dirty="0"/>
              <a:t>Second item here in preset 18pt Arial Regular</a:t>
            </a:r>
          </a:p>
          <a:p>
            <a:pPr lvl="1"/>
            <a:r>
              <a:rPr lang="en-US" dirty="0"/>
              <a:t>First item here in preset 18pt Arial Regular</a:t>
            </a:r>
          </a:p>
          <a:p>
            <a:pPr lvl="2"/>
            <a:r>
              <a:rPr lang="en-US" dirty="0"/>
              <a:t>Second item here in preset 18pt Arial Regular</a:t>
            </a:r>
          </a:p>
          <a:p>
            <a:pPr lvl="2"/>
            <a:endParaRPr lang="en-US" dirty="0"/>
          </a:p>
        </p:txBody>
      </p:sp>
      <p:sp>
        <p:nvSpPr>
          <p:cNvPr id="4" name="Footer Placeholder 3">
            <a:extLst>
              <a:ext uri="{FF2B5EF4-FFF2-40B4-BE49-F238E27FC236}">
                <a16:creationId xmlns:a16="http://schemas.microsoft.com/office/drawing/2014/main" id="{7D875536-8270-1646-8066-848255C80CAD}"/>
              </a:ext>
            </a:extLst>
          </p:cNvPr>
          <p:cNvSpPr>
            <a:spLocks noGrp="1"/>
          </p:cNvSpPr>
          <p:nvPr>
            <p:ph type="ftr" sz="quarter" idx="11"/>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5" name="Text Placeholder 5">
            <a:extLst>
              <a:ext uri="{FF2B5EF4-FFF2-40B4-BE49-F238E27FC236}">
                <a16:creationId xmlns:a16="http://schemas.microsoft.com/office/drawing/2014/main" id="{2782EEE6-69C0-F648-8FB3-4349A6C84CA4}"/>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6106040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 content layout w/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03306-DAE8-3F4C-BBF0-3C9A9ECC0BD3}"/>
              </a:ext>
            </a:extLst>
          </p:cNvPr>
          <p:cNvSpPr>
            <a:spLocks noGrp="1"/>
          </p:cNvSpPr>
          <p:nvPr>
            <p:ph type="title" hasCustomPrompt="1"/>
          </p:nvPr>
        </p:nvSpPr>
        <p:spPr/>
        <p:txBody>
          <a:bodyPr>
            <a:noAutofit/>
          </a:bodyPr>
          <a:lstStyle/>
          <a:p>
            <a:r>
              <a:rPr lang="en-US" dirty="0"/>
              <a:t>Headline preset in 32pt bolded for emphasis</a:t>
            </a:r>
          </a:p>
        </p:txBody>
      </p:sp>
      <p:sp>
        <p:nvSpPr>
          <p:cNvPr id="8" name="Text Placeholder 10">
            <a:extLst>
              <a:ext uri="{FF2B5EF4-FFF2-40B4-BE49-F238E27FC236}">
                <a16:creationId xmlns:a16="http://schemas.microsoft.com/office/drawing/2014/main" id="{8C31FF33-2EE0-E04D-9325-7BE1819AFD68}"/>
              </a:ext>
            </a:extLst>
          </p:cNvPr>
          <p:cNvSpPr>
            <a:spLocks noGrp="1"/>
          </p:cNvSpPr>
          <p:nvPr>
            <p:ph type="body" sz="quarter" idx="10" hasCustomPrompt="1"/>
          </p:nvPr>
        </p:nvSpPr>
        <p:spPr>
          <a:xfrm>
            <a:off x="457200" y="2011680"/>
            <a:ext cx="11274425" cy="4070350"/>
          </a:xfrm>
        </p:spPr>
        <p:txBody>
          <a:bodyPr vert="horz" lIns="0" tIns="0" rIns="0" bIns="0" numCol="2" spcCol="457200" rtlCol="0">
            <a:noAutofit/>
          </a:bodyPr>
          <a:lstStyle>
            <a:lvl1pPr>
              <a:lnSpc>
                <a:spcPct val="110000"/>
              </a:lnSpc>
              <a:spcBef>
                <a:spcPts val="1200"/>
              </a:spcBef>
              <a:spcAft>
                <a:spcPts val="600"/>
              </a:spcAft>
              <a:defRPr lang="en-US" sz="1800" b="1" i="0" dirty="0" smtClean="0">
                <a:solidFill>
                  <a:srgbClr val="1D4F91"/>
                </a:solidFill>
                <a:latin typeface="+mj-lt"/>
              </a:defRPr>
            </a:lvl1pPr>
            <a:lvl2pPr marL="285750" indent="-285750">
              <a:lnSpc>
                <a:spcPct val="110000"/>
              </a:lnSpc>
              <a:spcBef>
                <a:spcPts val="0"/>
              </a:spcBef>
              <a:spcAft>
                <a:spcPts val="600"/>
              </a:spcAft>
              <a:buFont typeface="Arial" panose="020B0604020202020204" pitchFamily="34" charset="0"/>
              <a:buChar char="•"/>
              <a:defRPr lang="en-US" sz="1600" b="0" kern="1200" dirty="0" smtClean="0">
                <a:solidFill>
                  <a:srgbClr val="63666A"/>
                </a:solidFill>
                <a:latin typeface="+mn-lt"/>
                <a:ea typeface="+mn-ea"/>
                <a:cs typeface="Arial" panose="020B0604020202020204" pitchFamily="34" charset="0"/>
              </a:defRPr>
            </a:lvl2pPr>
            <a:lvl3pPr marL="285750" indent="-285750">
              <a:lnSpc>
                <a:spcPct val="110000"/>
              </a:lnSpc>
              <a:spcBef>
                <a:spcPts val="0"/>
              </a:spcBef>
              <a:spcAft>
                <a:spcPts val="600"/>
              </a:spcAft>
              <a:buFont typeface="Arial" panose="020B0604020202020204" pitchFamily="34" charset="0"/>
              <a:buChar char="•"/>
              <a:defRPr lang="en-US" sz="1600" b="0" kern="1200" dirty="0" smtClean="0">
                <a:solidFill>
                  <a:srgbClr val="63666A"/>
                </a:solidFill>
                <a:latin typeface="+mn-lt"/>
                <a:ea typeface="+mn-ea"/>
                <a:cs typeface="Arial" panose="020B0604020202020204" pitchFamily="34" charset="0"/>
              </a:defRPr>
            </a:lvl3pPr>
          </a:lstStyle>
          <a:p>
            <a:pPr lvl="0"/>
            <a:r>
              <a:rPr lang="en-US" dirty="0"/>
              <a:t>Section Title here in preset 18pt Arial Bold</a:t>
            </a:r>
          </a:p>
          <a:p>
            <a:pPr lvl="1"/>
            <a:r>
              <a:rPr lang="en-US" dirty="0"/>
              <a:t>First item here in preset 16pt Arial Regular</a:t>
            </a:r>
          </a:p>
          <a:p>
            <a:pPr lvl="2"/>
            <a:r>
              <a:rPr lang="en-US" dirty="0"/>
              <a:t>The first level of text is ranged left, with bullet points</a:t>
            </a:r>
          </a:p>
          <a:p>
            <a:pPr lvl="2"/>
            <a:r>
              <a:rPr lang="en-US" dirty="0"/>
              <a:t>The first level of text is ranged left, with bullet points</a:t>
            </a:r>
          </a:p>
          <a:p>
            <a:pPr lvl="2"/>
            <a:r>
              <a:rPr lang="en-US" dirty="0"/>
              <a:t>The first level of text is ranged left, with bullet points</a:t>
            </a:r>
          </a:p>
          <a:p>
            <a:pPr lvl="0"/>
            <a:r>
              <a:rPr lang="en-US" dirty="0"/>
              <a:t>Section Title here in preset 18pt Arial Bold</a:t>
            </a:r>
          </a:p>
          <a:p>
            <a:pPr lvl="1"/>
            <a:r>
              <a:rPr lang="en-US" dirty="0"/>
              <a:t>First item here in preset 16pt Arial Regular</a:t>
            </a:r>
          </a:p>
          <a:p>
            <a:pPr lvl="2"/>
            <a:r>
              <a:rPr lang="en-US" dirty="0"/>
              <a:t>The first level of text is ranged left, with bullet points</a:t>
            </a:r>
          </a:p>
          <a:p>
            <a:pPr lvl="2"/>
            <a:r>
              <a:rPr lang="en-US" dirty="0"/>
              <a:t>The first level of text is ranged left, with bullet points</a:t>
            </a:r>
          </a:p>
          <a:p>
            <a:pPr lvl="2"/>
            <a:r>
              <a:rPr lang="en-US" dirty="0"/>
              <a:t>The first level of text is ranged left, with bullet points</a:t>
            </a:r>
          </a:p>
          <a:p>
            <a:pPr lvl="2"/>
            <a:endParaRPr lang="en-US" dirty="0"/>
          </a:p>
          <a:p>
            <a:pPr lvl="0"/>
            <a:r>
              <a:rPr lang="en-US" dirty="0"/>
              <a:t>Section Title here in preset 18pt Arial Bold</a:t>
            </a:r>
          </a:p>
          <a:p>
            <a:pPr lvl="1"/>
            <a:r>
              <a:rPr lang="en-US" dirty="0"/>
              <a:t>First item here in preset 16pt Arial Regular</a:t>
            </a:r>
          </a:p>
          <a:p>
            <a:pPr lvl="2"/>
            <a:r>
              <a:rPr lang="en-US" dirty="0"/>
              <a:t>The first level of text is ranged left, with bullet points</a:t>
            </a:r>
          </a:p>
          <a:p>
            <a:pPr lvl="2"/>
            <a:r>
              <a:rPr lang="en-US" dirty="0"/>
              <a:t>The first level of text is ranged left, with bullet points</a:t>
            </a:r>
          </a:p>
          <a:p>
            <a:pPr lvl="2"/>
            <a:r>
              <a:rPr lang="en-US" dirty="0"/>
              <a:t>The first level of text is ranged left, with bullet points</a:t>
            </a:r>
          </a:p>
          <a:p>
            <a:pPr lvl="0"/>
            <a:r>
              <a:rPr lang="en-US" dirty="0"/>
              <a:t>Section Title here in preset 18pt Arial Bold</a:t>
            </a:r>
          </a:p>
          <a:p>
            <a:pPr lvl="1"/>
            <a:r>
              <a:rPr lang="en-US" dirty="0"/>
              <a:t>First item here in preset 16pt Arial Regular</a:t>
            </a:r>
          </a:p>
          <a:p>
            <a:pPr lvl="2"/>
            <a:r>
              <a:rPr lang="en-US" dirty="0"/>
              <a:t>The first level of text is ranged left, with bullet points</a:t>
            </a:r>
          </a:p>
          <a:p>
            <a:pPr lvl="2"/>
            <a:r>
              <a:rPr lang="en-US" dirty="0"/>
              <a:t>The first level of text is ranged left, with bullet points</a:t>
            </a:r>
          </a:p>
          <a:p>
            <a:pPr lvl="2"/>
            <a:r>
              <a:rPr lang="en-US" dirty="0"/>
              <a:t>The first level of text is ranged left, with bullet points</a:t>
            </a:r>
          </a:p>
          <a:p>
            <a:pPr lvl="2"/>
            <a:endParaRPr lang="en-US" dirty="0"/>
          </a:p>
        </p:txBody>
      </p:sp>
      <p:sp>
        <p:nvSpPr>
          <p:cNvPr id="4" name="Footer Placeholder 3">
            <a:extLst>
              <a:ext uri="{FF2B5EF4-FFF2-40B4-BE49-F238E27FC236}">
                <a16:creationId xmlns:a16="http://schemas.microsoft.com/office/drawing/2014/main" id="{7D875536-8270-1646-8066-848255C80CAD}"/>
              </a:ext>
            </a:extLst>
          </p:cNvPr>
          <p:cNvSpPr>
            <a:spLocks noGrp="1"/>
          </p:cNvSpPr>
          <p:nvPr>
            <p:ph type="ftr" sz="quarter" idx="11"/>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5" name="Text Placeholder 5">
            <a:extLst>
              <a:ext uri="{FF2B5EF4-FFF2-40B4-BE49-F238E27FC236}">
                <a16:creationId xmlns:a16="http://schemas.microsoft.com/office/drawing/2014/main" id="{9EFA78DA-0730-6045-B52A-DEC236DA2EF8}"/>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7985153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column content layout w/image">
    <p:spTree>
      <p:nvGrpSpPr>
        <p:cNvPr id="1" name=""/>
        <p:cNvGrpSpPr/>
        <p:nvPr/>
      </p:nvGrpSpPr>
      <p:grpSpPr>
        <a:xfrm>
          <a:off x="0" y="0"/>
          <a:ext cx="0" cy="0"/>
          <a:chOff x="0" y="0"/>
          <a:chExt cx="0" cy="0"/>
        </a:xfrm>
      </p:grpSpPr>
      <p:sp>
        <p:nvSpPr>
          <p:cNvPr id="17" name="Text Placeholder 13">
            <a:extLst>
              <a:ext uri="{FF2B5EF4-FFF2-40B4-BE49-F238E27FC236}">
                <a16:creationId xmlns:a16="http://schemas.microsoft.com/office/drawing/2014/main" id="{9F7EECB0-14F2-4449-B237-B0E37D91423D}"/>
              </a:ext>
            </a:extLst>
          </p:cNvPr>
          <p:cNvSpPr>
            <a:spLocks noGrp="1"/>
          </p:cNvSpPr>
          <p:nvPr>
            <p:ph type="body" sz="quarter" idx="34" hasCustomPrompt="1"/>
          </p:nvPr>
        </p:nvSpPr>
        <p:spPr>
          <a:xfrm>
            <a:off x="7057001" y="2011680"/>
            <a:ext cx="4682995" cy="3255963"/>
          </a:xfrm>
        </p:spPr>
        <p:txBody>
          <a:bodyPr>
            <a:noAutofit/>
          </a:bodyPr>
          <a:lstStyle>
            <a:lvl1pPr marL="0" marR="0" indent="0" algn="l" defTabSz="914400" rtl="0" eaLnBrk="1" fontAlgn="auto" latinLnBrk="0" hangingPunct="1">
              <a:lnSpc>
                <a:spcPct val="110000"/>
              </a:lnSpc>
              <a:spcBef>
                <a:spcPts val="0"/>
              </a:spcBef>
              <a:spcAft>
                <a:spcPts val="2400"/>
              </a:spcAft>
              <a:buClrTx/>
              <a:buSzTx/>
              <a:buFontTx/>
              <a:buNone/>
              <a:tabLst/>
              <a:defRPr/>
            </a:lvl1pPr>
          </a:lstStyle>
          <a:p>
            <a:pPr marL="0" marR="0" lvl="0" indent="0" algn="l" defTabSz="914400" rtl="0" eaLnBrk="1" fontAlgn="auto" latinLnBrk="0" hangingPunct="1">
              <a:lnSpc>
                <a:spcPct val="110000"/>
              </a:lnSpc>
              <a:spcBef>
                <a:spcPts val="0"/>
              </a:spcBef>
              <a:spcAft>
                <a:spcPts val="2400"/>
              </a:spcAft>
              <a:buClrTx/>
              <a:buSzTx/>
              <a:buFontTx/>
              <a:buNone/>
              <a:tabLst/>
              <a:defRPr/>
            </a:pPr>
            <a:r>
              <a:rPr lang="en-US" dirty="0"/>
              <a:t>The first level of text is ranged left, </a:t>
            </a:r>
            <a:br>
              <a:rPr lang="en-US" dirty="0"/>
            </a:br>
            <a:r>
              <a:rPr lang="en-US" dirty="0"/>
              <a:t>without bullet points</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dirty="0"/>
              <a:t>The first level of text is ranged left, </a:t>
            </a:r>
            <a:br>
              <a:rPr lang="en-US" dirty="0"/>
            </a:br>
            <a:r>
              <a:rPr lang="en-US" dirty="0"/>
              <a:t>without bullet points</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dirty="0"/>
              <a:t>The first level of text is ranged left, </a:t>
            </a:r>
            <a:br>
              <a:rPr lang="en-US" dirty="0"/>
            </a:br>
            <a:r>
              <a:rPr lang="en-US" dirty="0"/>
              <a:t>without bullet points</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dirty="0"/>
              <a:t>The first level of text is ranged left, </a:t>
            </a:r>
            <a:br>
              <a:rPr lang="en-US" dirty="0"/>
            </a:br>
            <a:r>
              <a:rPr lang="en-US" dirty="0"/>
              <a:t>without bullet points</a:t>
            </a:r>
          </a:p>
        </p:txBody>
      </p:sp>
      <p:sp>
        <p:nvSpPr>
          <p:cNvPr id="14" name="Text Placeholder 13">
            <a:extLst>
              <a:ext uri="{FF2B5EF4-FFF2-40B4-BE49-F238E27FC236}">
                <a16:creationId xmlns:a16="http://schemas.microsoft.com/office/drawing/2014/main" id="{6A0B316F-6C51-E04D-9B2C-A323D26F54F3}"/>
              </a:ext>
            </a:extLst>
          </p:cNvPr>
          <p:cNvSpPr>
            <a:spLocks noGrp="1"/>
          </p:cNvSpPr>
          <p:nvPr>
            <p:ph type="body" sz="quarter" idx="33" hasCustomPrompt="1"/>
          </p:nvPr>
        </p:nvSpPr>
        <p:spPr>
          <a:xfrm>
            <a:off x="1195146" y="2011680"/>
            <a:ext cx="4682995" cy="3255963"/>
          </a:xfrm>
        </p:spPr>
        <p:txBody>
          <a:bodyPr>
            <a:noAutofit/>
          </a:bodyPr>
          <a:lstStyle>
            <a:lvl1pPr marL="0" marR="0" indent="0" algn="l" defTabSz="914400" rtl="0" eaLnBrk="1" fontAlgn="auto" latinLnBrk="0" hangingPunct="1">
              <a:lnSpc>
                <a:spcPct val="110000"/>
              </a:lnSpc>
              <a:spcBef>
                <a:spcPts val="0"/>
              </a:spcBef>
              <a:spcAft>
                <a:spcPts val="2400"/>
              </a:spcAft>
              <a:buClrTx/>
              <a:buSzTx/>
              <a:buFontTx/>
              <a:buNone/>
              <a:tabLst/>
              <a:defRPr/>
            </a:lvl1pPr>
          </a:lstStyle>
          <a:p>
            <a:pPr marL="0" marR="0" lvl="0" indent="0" algn="l" defTabSz="914400" rtl="0" eaLnBrk="1" fontAlgn="auto" latinLnBrk="0" hangingPunct="1">
              <a:lnSpc>
                <a:spcPct val="110000"/>
              </a:lnSpc>
              <a:spcBef>
                <a:spcPts val="0"/>
              </a:spcBef>
              <a:spcAft>
                <a:spcPts val="2400"/>
              </a:spcAft>
              <a:buClrTx/>
              <a:buSzTx/>
              <a:buFontTx/>
              <a:buNone/>
              <a:tabLst/>
              <a:defRPr/>
            </a:pPr>
            <a:r>
              <a:rPr lang="en-US" dirty="0"/>
              <a:t>The first level of text is ranged left, </a:t>
            </a:r>
            <a:br>
              <a:rPr lang="en-US" dirty="0"/>
            </a:br>
            <a:r>
              <a:rPr lang="en-US" dirty="0"/>
              <a:t>without bullet points</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dirty="0"/>
              <a:t>The first level of text is ranged left, </a:t>
            </a:r>
            <a:br>
              <a:rPr lang="en-US" dirty="0"/>
            </a:br>
            <a:r>
              <a:rPr lang="en-US" dirty="0"/>
              <a:t>without bullet points</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dirty="0"/>
              <a:t>The first level of text is ranged left, </a:t>
            </a:r>
            <a:br>
              <a:rPr lang="en-US" dirty="0"/>
            </a:br>
            <a:r>
              <a:rPr lang="en-US" dirty="0"/>
              <a:t>without bullet points</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dirty="0"/>
              <a:t>The first level of text is ranged left, </a:t>
            </a:r>
            <a:br>
              <a:rPr lang="en-US" dirty="0"/>
            </a:br>
            <a:r>
              <a:rPr lang="en-US" dirty="0"/>
              <a:t>without bullet points</a:t>
            </a:r>
          </a:p>
        </p:txBody>
      </p:sp>
      <p:sp>
        <p:nvSpPr>
          <p:cNvPr id="2" name="Title 1">
            <a:extLst>
              <a:ext uri="{FF2B5EF4-FFF2-40B4-BE49-F238E27FC236}">
                <a16:creationId xmlns:a16="http://schemas.microsoft.com/office/drawing/2014/main" id="{38503306-DAE8-3F4C-BBF0-3C9A9ECC0BD3}"/>
              </a:ext>
            </a:extLst>
          </p:cNvPr>
          <p:cNvSpPr>
            <a:spLocks noGrp="1"/>
          </p:cNvSpPr>
          <p:nvPr>
            <p:ph type="title" hasCustomPrompt="1"/>
          </p:nvPr>
        </p:nvSpPr>
        <p:spPr/>
        <p:txBody>
          <a:bodyPr>
            <a:noAutofit/>
          </a:bodyPr>
          <a:lstStyle/>
          <a:p>
            <a:r>
              <a:rPr lang="en-US"/>
              <a:t>Headline preset in 32pt bolded for emphasis</a:t>
            </a:r>
          </a:p>
        </p:txBody>
      </p:sp>
      <p:sp>
        <p:nvSpPr>
          <p:cNvPr id="4" name="Footer Placeholder 3">
            <a:extLst>
              <a:ext uri="{FF2B5EF4-FFF2-40B4-BE49-F238E27FC236}">
                <a16:creationId xmlns:a16="http://schemas.microsoft.com/office/drawing/2014/main" id="{7D875536-8270-1646-8066-848255C80CAD}"/>
              </a:ext>
            </a:extLst>
          </p:cNvPr>
          <p:cNvSpPr>
            <a:spLocks noGrp="1"/>
          </p:cNvSpPr>
          <p:nvPr>
            <p:ph type="ftr" sz="quarter" idx="11"/>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5" name="Picture Placeholder 6">
            <a:extLst>
              <a:ext uri="{FF2B5EF4-FFF2-40B4-BE49-F238E27FC236}">
                <a16:creationId xmlns:a16="http://schemas.microsoft.com/office/drawing/2014/main" id="{FE769C06-6543-114A-B814-38C6F9D526DA}"/>
              </a:ext>
            </a:extLst>
          </p:cNvPr>
          <p:cNvSpPr>
            <a:spLocks noGrp="1"/>
          </p:cNvSpPr>
          <p:nvPr>
            <p:ph type="pic" sz="quarter" idx="27" hasCustomPrompt="1"/>
          </p:nvPr>
        </p:nvSpPr>
        <p:spPr>
          <a:xfrm>
            <a:off x="6316148" y="2011680"/>
            <a:ext cx="502920" cy="457200"/>
          </a:xfrm>
        </p:spPr>
        <p:txBody>
          <a:bodyPr/>
          <a:lstStyle>
            <a:lvl1pPr algn="ctr">
              <a:defRPr sz="900">
                <a:solidFill>
                  <a:srgbClr val="E63888"/>
                </a:solidFill>
              </a:defRPr>
            </a:lvl1pPr>
          </a:lstStyle>
          <a:p>
            <a:r>
              <a:rPr lang="en-US"/>
              <a:t>Insert image here</a:t>
            </a:r>
          </a:p>
        </p:txBody>
      </p:sp>
      <p:sp>
        <p:nvSpPr>
          <p:cNvPr id="6" name="Picture Placeholder 6">
            <a:extLst>
              <a:ext uri="{FF2B5EF4-FFF2-40B4-BE49-F238E27FC236}">
                <a16:creationId xmlns:a16="http://schemas.microsoft.com/office/drawing/2014/main" id="{355B8F0F-116E-354D-8E0F-5D1EE3C488AD}"/>
              </a:ext>
            </a:extLst>
          </p:cNvPr>
          <p:cNvSpPr>
            <a:spLocks noGrp="1"/>
          </p:cNvSpPr>
          <p:nvPr>
            <p:ph type="pic" sz="quarter" idx="28" hasCustomPrompt="1"/>
          </p:nvPr>
        </p:nvSpPr>
        <p:spPr>
          <a:xfrm>
            <a:off x="6316148" y="2928883"/>
            <a:ext cx="502920" cy="457200"/>
          </a:xfrm>
        </p:spPr>
        <p:txBody>
          <a:bodyPr/>
          <a:lstStyle>
            <a:lvl1pPr algn="ctr">
              <a:defRPr sz="900">
                <a:solidFill>
                  <a:srgbClr val="E63888"/>
                </a:solidFill>
              </a:defRPr>
            </a:lvl1pPr>
          </a:lstStyle>
          <a:p>
            <a:r>
              <a:rPr lang="en-US"/>
              <a:t>Insert image here</a:t>
            </a:r>
          </a:p>
        </p:txBody>
      </p:sp>
      <p:sp>
        <p:nvSpPr>
          <p:cNvPr id="7" name="Picture Placeholder 6">
            <a:extLst>
              <a:ext uri="{FF2B5EF4-FFF2-40B4-BE49-F238E27FC236}">
                <a16:creationId xmlns:a16="http://schemas.microsoft.com/office/drawing/2014/main" id="{C4F8635A-D9C0-5A42-9811-9014BA2D8B7B}"/>
              </a:ext>
            </a:extLst>
          </p:cNvPr>
          <p:cNvSpPr>
            <a:spLocks noGrp="1"/>
          </p:cNvSpPr>
          <p:nvPr>
            <p:ph type="pic" sz="quarter" idx="29" hasCustomPrompt="1"/>
          </p:nvPr>
        </p:nvSpPr>
        <p:spPr>
          <a:xfrm>
            <a:off x="6316148" y="3775746"/>
            <a:ext cx="502920" cy="457200"/>
          </a:xfrm>
        </p:spPr>
        <p:txBody>
          <a:bodyPr/>
          <a:lstStyle>
            <a:lvl1pPr algn="ctr">
              <a:defRPr sz="900">
                <a:solidFill>
                  <a:srgbClr val="E63888"/>
                </a:solidFill>
              </a:defRPr>
            </a:lvl1pPr>
          </a:lstStyle>
          <a:p>
            <a:r>
              <a:rPr lang="en-US"/>
              <a:t>Insert image here</a:t>
            </a:r>
          </a:p>
        </p:txBody>
      </p:sp>
      <p:sp>
        <p:nvSpPr>
          <p:cNvPr id="9" name="Picture Placeholder 6">
            <a:extLst>
              <a:ext uri="{FF2B5EF4-FFF2-40B4-BE49-F238E27FC236}">
                <a16:creationId xmlns:a16="http://schemas.microsoft.com/office/drawing/2014/main" id="{B8B496C1-18D5-B54C-905D-0F7CE8E909CD}"/>
              </a:ext>
            </a:extLst>
          </p:cNvPr>
          <p:cNvSpPr>
            <a:spLocks noGrp="1"/>
          </p:cNvSpPr>
          <p:nvPr>
            <p:ph type="pic" sz="quarter" idx="30" hasCustomPrompt="1"/>
          </p:nvPr>
        </p:nvSpPr>
        <p:spPr>
          <a:xfrm>
            <a:off x="6316148" y="4617183"/>
            <a:ext cx="502920" cy="457200"/>
          </a:xfrm>
        </p:spPr>
        <p:txBody>
          <a:bodyPr/>
          <a:lstStyle>
            <a:lvl1pPr algn="ctr">
              <a:defRPr sz="900">
                <a:solidFill>
                  <a:srgbClr val="E63888"/>
                </a:solidFill>
              </a:defRPr>
            </a:lvl1pPr>
          </a:lstStyle>
          <a:p>
            <a:r>
              <a:rPr lang="en-US"/>
              <a:t>Insert image here</a:t>
            </a:r>
          </a:p>
        </p:txBody>
      </p:sp>
      <p:sp>
        <p:nvSpPr>
          <p:cNvPr id="10" name="Picture Placeholder 6">
            <a:extLst>
              <a:ext uri="{FF2B5EF4-FFF2-40B4-BE49-F238E27FC236}">
                <a16:creationId xmlns:a16="http://schemas.microsoft.com/office/drawing/2014/main" id="{29B8E130-03A2-9E45-9862-06A00C15584F}"/>
              </a:ext>
            </a:extLst>
          </p:cNvPr>
          <p:cNvSpPr>
            <a:spLocks noGrp="1"/>
          </p:cNvSpPr>
          <p:nvPr>
            <p:ph type="pic" sz="quarter" idx="23" hasCustomPrompt="1"/>
          </p:nvPr>
        </p:nvSpPr>
        <p:spPr>
          <a:xfrm>
            <a:off x="482600" y="2011680"/>
            <a:ext cx="502920" cy="457200"/>
          </a:xfrm>
        </p:spPr>
        <p:txBody>
          <a:bodyPr/>
          <a:lstStyle>
            <a:lvl1pPr algn="ctr">
              <a:defRPr sz="900">
                <a:solidFill>
                  <a:srgbClr val="E63888"/>
                </a:solidFill>
              </a:defRPr>
            </a:lvl1pPr>
          </a:lstStyle>
          <a:p>
            <a:r>
              <a:rPr lang="en-US" dirty="0"/>
              <a:t>Insert image here</a:t>
            </a:r>
          </a:p>
        </p:txBody>
      </p:sp>
      <p:sp>
        <p:nvSpPr>
          <p:cNvPr id="11" name="Picture Placeholder 6">
            <a:extLst>
              <a:ext uri="{FF2B5EF4-FFF2-40B4-BE49-F238E27FC236}">
                <a16:creationId xmlns:a16="http://schemas.microsoft.com/office/drawing/2014/main" id="{1EBC22D8-A920-6444-A335-0D2E1DCAE25B}"/>
              </a:ext>
            </a:extLst>
          </p:cNvPr>
          <p:cNvSpPr>
            <a:spLocks noGrp="1"/>
          </p:cNvSpPr>
          <p:nvPr>
            <p:ph type="pic" sz="quarter" idx="24" hasCustomPrompt="1"/>
          </p:nvPr>
        </p:nvSpPr>
        <p:spPr>
          <a:xfrm>
            <a:off x="482600" y="2928883"/>
            <a:ext cx="502920" cy="457200"/>
          </a:xfrm>
        </p:spPr>
        <p:txBody>
          <a:bodyPr/>
          <a:lstStyle>
            <a:lvl1pPr algn="ctr">
              <a:defRPr sz="900">
                <a:solidFill>
                  <a:srgbClr val="E63888"/>
                </a:solidFill>
              </a:defRPr>
            </a:lvl1pPr>
          </a:lstStyle>
          <a:p>
            <a:r>
              <a:rPr lang="en-US"/>
              <a:t>Insert image here</a:t>
            </a:r>
          </a:p>
        </p:txBody>
      </p:sp>
      <p:sp>
        <p:nvSpPr>
          <p:cNvPr id="12" name="Picture Placeholder 6">
            <a:extLst>
              <a:ext uri="{FF2B5EF4-FFF2-40B4-BE49-F238E27FC236}">
                <a16:creationId xmlns:a16="http://schemas.microsoft.com/office/drawing/2014/main" id="{1F3E91CA-81A2-1A48-8D18-A379DA529C61}"/>
              </a:ext>
            </a:extLst>
          </p:cNvPr>
          <p:cNvSpPr>
            <a:spLocks noGrp="1"/>
          </p:cNvSpPr>
          <p:nvPr>
            <p:ph type="pic" sz="quarter" idx="25" hasCustomPrompt="1"/>
          </p:nvPr>
        </p:nvSpPr>
        <p:spPr>
          <a:xfrm>
            <a:off x="482600" y="3775746"/>
            <a:ext cx="502920" cy="457200"/>
          </a:xfrm>
        </p:spPr>
        <p:txBody>
          <a:bodyPr/>
          <a:lstStyle>
            <a:lvl1pPr algn="ctr">
              <a:defRPr sz="900">
                <a:solidFill>
                  <a:srgbClr val="E63888"/>
                </a:solidFill>
              </a:defRPr>
            </a:lvl1pPr>
          </a:lstStyle>
          <a:p>
            <a:r>
              <a:rPr lang="en-US"/>
              <a:t>Insert image here</a:t>
            </a:r>
          </a:p>
        </p:txBody>
      </p:sp>
      <p:sp>
        <p:nvSpPr>
          <p:cNvPr id="13" name="Picture Placeholder 6">
            <a:extLst>
              <a:ext uri="{FF2B5EF4-FFF2-40B4-BE49-F238E27FC236}">
                <a16:creationId xmlns:a16="http://schemas.microsoft.com/office/drawing/2014/main" id="{00A66C1D-ACFD-3C48-A95D-1D1A33B0E49D}"/>
              </a:ext>
            </a:extLst>
          </p:cNvPr>
          <p:cNvSpPr>
            <a:spLocks noGrp="1"/>
          </p:cNvSpPr>
          <p:nvPr>
            <p:ph type="pic" sz="quarter" idx="26" hasCustomPrompt="1"/>
          </p:nvPr>
        </p:nvSpPr>
        <p:spPr>
          <a:xfrm>
            <a:off x="482600" y="4617183"/>
            <a:ext cx="502920" cy="457200"/>
          </a:xfrm>
        </p:spPr>
        <p:txBody>
          <a:bodyPr/>
          <a:lstStyle>
            <a:lvl1pPr algn="ctr">
              <a:defRPr sz="900">
                <a:solidFill>
                  <a:srgbClr val="E63888"/>
                </a:solidFill>
              </a:defRPr>
            </a:lvl1pPr>
          </a:lstStyle>
          <a:p>
            <a:r>
              <a:rPr lang="en-US"/>
              <a:t>Insert image here</a:t>
            </a:r>
          </a:p>
        </p:txBody>
      </p:sp>
      <p:sp>
        <p:nvSpPr>
          <p:cNvPr id="16" name="Text Placeholder 5">
            <a:extLst>
              <a:ext uri="{FF2B5EF4-FFF2-40B4-BE49-F238E27FC236}">
                <a16:creationId xmlns:a16="http://schemas.microsoft.com/office/drawing/2014/main" id="{1CF2FA06-1311-3D49-B2DF-5772882125D7}"/>
              </a:ext>
            </a:extLst>
          </p:cNvPr>
          <p:cNvSpPr>
            <a:spLocks noGrp="1"/>
          </p:cNvSpPr>
          <p:nvPr>
            <p:ph type="body" sz="quarter" idx="32"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12933614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column 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66DB-313B-EE4C-A670-9DE5062B0DC3}"/>
              </a:ext>
            </a:extLst>
          </p:cNvPr>
          <p:cNvSpPr>
            <a:spLocks noGrp="1"/>
          </p:cNvSpPr>
          <p:nvPr>
            <p:ph type="title" hasCustomPrompt="1"/>
          </p:nvPr>
        </p:nvSpPr>
        <p:spPr/>
        <p:txBody>
          <a:bodyPr/>
          <a:lstStyle/>
          <a:p>
            <a:r>
              <a:rPr lang="en-US"/>
              <a:t>Headline preset in 32pt bolded for emphasis</a:t>
            </a:r>
          </a:p>
        </p:txBody>
      </p:sp>
      <p:sp>
        <p:nvSpPr>
          <p:cNvPr id="4" name="Text Placeholder 3">
            <a:extLst>
              <a:ext uri="{FF2B5EF4-FFF2-40B4-BE49-F238E27FC236}">
                <a16:creationId xmlns:a16="http://schemas.microsoft.com/office/drawing/2014/main" id="{916AFF0C-9C78-DD45-AC63-FC06845E03E8}"/>
              </a:ext>
            </a:extLst>
          </p:cNvPr>
          <p:cNvSpPr>
            <a:spLocks noGrp="1"/>
          </p:cNvSpPr>
          <p:nvPr>
            <p:ph type="body" sz="quarter" idx="10" hasCustomPrompt="1"/>
          </p:nvPr>
        </p:nvSpPr>
        <p:spPr>
          <a:xfrm>
            <a:off x="457200" y="2011680"/>
            <a:ext cx="2377440" cy="2930525"/>
          </a:xfrm>
        </p:spPr>
        <p:txBody>
          <a:bodyPr/>
          <a:lstStyle>
            <a:lvl1pPr>
              <a:lnSpc>
                <a:spcPct val="110000"/>
              </a:lnSpc>
              <a:defRPr sz="1600" b="1">
                <a:solidFill>
                  <a:srgbClr val="1D4F91"/>
                </a:solidFill>
              </a:defRPr>
            </a:lvl1pPr>
            <a:lvl2pPr marL="0" indent="0">
              <a:lnSpc>
                <a:spcPct val="110000"/>
              </a:lnSpc>
              <a:buNone/>
              <a:tabLst/>
              <a:defRPr sz="1600"/>
            </a:lvl2pPr>
            <a:lvl3pPr marL="352425" indent="-169863">
              <a:lnSpc>
                <a:spcPct val="100000"/>
              </a:lnSpc>
              <a:buFont typeface="Arial" panose="020B0604020202020204" pitchFamily="34" charset="0"/>
              <a:buChar char="•"/>
              <a:tabLst/>
              <a:defRPr sz="1400">
                <a:solidFill>
                  <a:srgbClr val="63666A"/>
                </a:solidFill>
              </a:defRPr>
            </a:lvl3pPr>
            <a:lvl4pPr marL="574675" indent="-169863">
              <a:lnSpc>
                <a:spcPct val="100000"/>
              </a:lnSpc>
              <a:buFont typeface="System Font Regular"/>
              <a:buChar char="–"/>
              <a:tabLst/>
              <a:defRPr sz="1400">
                <a:solidFill>
                  <a:srgbClr val="63666A"/>
                </a:solidFill>
              </a:defRPr>
            </a:lvl4pPr>
            <a:lvl5pPr marL="811213" indent="-169863">
              <a:lnSpc>
                <a:spcPct val="100000"/>
              </a:lnSpc>
              <a:buFont typeface="Arial" panose="020B0604020202020204" pitchFamily="34" charset="0"/>
              <a:buChar char="•"/>
              <a:tabLst/>
              <a:defRPr sz="1400">
                <a:solidFill>
                  <a:srgbClr val="63666A"/>
                </a:solidFill>
              </a:defRPr>
            </a:lvl5pPr>
          </a:lstStyle>
          <a:p>
            <a:pPr lvl="0"/>
            <a:r>
              <a:rPr lang="en-US" dirty="0"/>
              <a:t>Title in preset 16pt Arial Bold</a:t>
            </a:r>
          </a:p>
          <a:p>
            <a:pPr lvl="1"/>
            <a:r>
              <a:rPr lang="en-US" dirty="0"/>
              <a:t>First level</a:t>
            </a:r>
          </a:p>
        </p:txBody>
      </p:sp>
      <p:sp>
        <p:nvSpPr>
          <p:cNvPr id="5" name="Text Placeholder 3">
            <a:extLst>
              <a:ext uri="{FF2B5EF4-FFF2-40B4-BE49-F238E27FC236}">
                <a16:creationId xmlns:a16="http://schemas.microsoft.com/office/drawing/2014/main" id="{5C41B9E6-AF69-B843-9568-D35A86A66E90}"/>
              </a:ext>
            </a:extLst>
          </p:cNvPr>
          <p:cNvSpPr>
            <a:spLocks noGrp="1"/>
          </p:cNvSpPr>
          <p:nvPr>
            <p:ph type="body" sz="quarter" idx="11" hasCustomPrompt="1"/>
          </p:nvPr>
        </p:nvSpPr>
        <p:spPr>
          <a:xfrm>
            <a:off x="3383280" y="2011680"/>
            <a:ext cx="2377440" cy="2930525"/>
          </a:xfrm>
        </p:spPr>
        <p:txBody>
          <a:bodyPr/>
          <a:lstStyle>
            <a:lvl1pPr>
              <a:lnSpc>
                <a:spcPct val="110000"/>
              </a:lnSpc>
              <a:defRPr sz="1600" b="1">
                <a:solidFill>
                  <a:srgbClr val="1D4F91"/>
                </a:solidFill>
              </a:defRPr>
            </a:lvl1pPr>
            <a:lvl2pPr marL="0" indent="0">
              <a:lnSpc>
                <a:spcPct val="110000"/>
              </a:lnSpc>
              <a:buNone/>
              <a:tabLst/>
              <a:defRPr sz="1600"/>
            </a:lvl2pPr>
            <a:lvl3pPr marL="352425" indent="-169863">
              <a:lnSpc>
                <a:spcPct val="100000"/>
              </a:lnSpc>
              <a:buFont typeface="Arial" panose="020B0604020202020204" pitchFamily="34" charset="0"/>
              <a:buChar char="•"/>
              <a:tabLst/>
              <a:defRPr sz="1400">
                <a:solidFill>
                  <a:srgbClr val="63666A"/>
                </a:solidFill>
              </a:defRPr>
            </a:lvl3pPr>
            <a:lvl4pPr marL="574675" indent="-169863">
              <a:lnSpc>
                <a:spcPct val="100000"/>
              </a:lnSpc>
              <a:buFont typeface="System Font Regular"/>
              <a:buChar char="–"/>
              <a:tabLst/>
              <a:defRPr sz="1400">
                <a:solidFill>
                  <a:srgbClr val="63666A"/>
                </a:solidFill>
              </a:defRPr>
            </a:lvl4pPr>
            <a:lvl5pPr marL="811213" indent="-169863">
              <a:lnSpc>
                <a:spcPct val="100000"/>
              </a:lnSpc>
              <a:buFont typeface="Arial" panose="020B0604020202020204" pitchFamily="34" charset="0"/>
              <a:buChar char="•"/>
              <a:tabLst/>
              <a:defRPr sz="1400">
                <a:solidFill>
                  <a:srgbClr val="63666A"/>
                </a:solidFill>
              </a:defRPr>
            </a:lvl5pPr>
          </a:lstStyle>
          <a:p>
            <a:pPr lvl="0"/>
            <a:r>
              <a:rPr lang="en-US" dirty="0"/>
              <a:t>Title in preset 16pt Arial Bold</a:t>
            </a:r>
          </a:p>
          <a:p>
            <a:pPr lvl="1"/>
            <a:r>
              <a:rPr lang="en-US" dirty="0"/>
              <a:t>First level</a:t>
            </a:r>
          </a:p>
        </p:txBody>
      </p:sp>
      <p:sp>
        <p:nvSpPr>
          <p:cNvPr id="6" name="Text Placeholder 3">
            <a:extLst>
              <a:ext uri="{FF2B5EF4-FFF2-40B4-BE49-F238E27FC236}">
                <a16:creationId xmlns:a16="http://schemas.microsoft.com/office/drawing/2014/main" id="{1E1A6EEE-F7B4-F24D-8F35-F261CCEADEB0}"/>
              </a:ext>
            </a:extLst>
          </p:cNvPr>
          <p:cNvSpPr>
            <a:spLocks noGrp="1"/>
          </p:cNvSpPr>
          <p:nvPr>
            <p:ph type="body" sz="quarter" idx="12" hasCustomPrompt="1"/>
          </p:nvPr>
        </p:nvSpPr>
        <p:spPr>
          <a:xfrm>
            <a:off x="6400800" y="2011680"/>
            <a:ext cx="2377440" cy="2930525"/>
          </a:xfrm>
        </p:spPr>
        <p:txBody>
          <a:bodyPr/>
          <a:lstStyle>
            <a:lvl1pPr>
              <a:lnSpc>
                <a:spcPct val="110000"/>
              </a:lnSpc>
              <a:defRPr sz="1600" b="1">
                <a:solidFill>
                  <a:srgbClr val="1D4F91"/>
                </a:solidFill>
              </a:defRPr>
            </a:lvl1pPr>
            <a:lvl2pPr marL="0" indent="0">
              <a:lnSpc>
                <a:spcPct val="110000"/>
              </a:lnSpc>
              <a:buFontTx/>
              <a:buNone/>
              <a:tabLst/>
              <a:defRPr sz="1600"/>
            </a:lvl2pPr>
            <a:lvl3pPr marL="352425" indent="-169863">
              <a:lnSpc>
                <a:spcPct val="100000"/>
              </a:lnSpc>
              <a:buFont typeface="Arial" panose="020B0604020202020204" pitchFamily="34" charset="0"/>
              <a:buChar char="•"/>
              <a:tabLst/>
              <a:defRPr sz="1400">
                <a:solidFill>
                  <a:srgbClr val="63666A"/>
                </a:solidFill>
              </a:defRPr>
            </a:lvl3pPr>
            <a:lvl4pPr marL="574675" indent="-169863">
              <a:lnSpc>
                <a:spcPct val="100000"/>
              </a:lnSpc>
              <a:buFont typeface="System Font Regular"/>
              <a:buChar char="–"/>
              <a:tabLst/>
              <a:defRPr sz="1400">
                <a:solidFill>
                  <a:srgbClr val="63666A"/>
                </a:solidFill>
              </a:defRPr>
            </a:lvl4pPr>
            <a:lvl5pPr marL="811213" indent="-169863">
              <a:lnSpc>
                <a:spcPct val="100000"/>
              </a:lnSpc>
              <a:buFont typeface="Arial" panose="020B0604020202020204" pitchFamily="34" charset="0"/>
              <a:buChar char="•"/>
              <a:tabLst/>
              <a:defRPr sz="1400">
                <a:solidFill>
                  <a:srgbClr val="63666A"/>
                </a:solidFill>
              </a:defRPr>
            </a:lvl5pPr>
          </a:lstStyle>
          <a:p>
            <a:pPr lvl="0"/>
            <a:r>
              <a:rPr lang="en-US" dirty="0"/>
              <a:t>Title in preset 16pt Arial Bold</a:t>
            </a:r>
          </a:p>
          <a:p>
            <a:pPr lvl="1"/>
            <a:r>
              <a:rPr lang="en-US" dirty="0"/>
              <a:t>First level</a:t>
            </a:r>
          </a:p>
        </p:txBody>
      </p:sp>
      <p:sp>
        <p:nvSpPr>
          <p:cNvPr id="7" name="Text Placeholder 3">
            <a:extLst>
              <a:ext uri="{FF2B5EF4-FFF2-40B4-BE49-F238E27FC236}">
                <a16:creationId xmlns:a16="http://schemas.microsoft.com/office/drawing/2014/main" id="{358E3486-1115-FE4A-B805-5089C623E8D0}"/>
              </a:ext>
            </a:extLst>
          </p:cNvPr>
          <p:cNvSpPr>
            <a:spLocks noGrp="1"/>
          </p:cNvSpPr>
          <p:nvPr>
            <p:ph type="body" sz="quarter" idx="13" hasCustomPrompt="1"/>
          </p:nvPr>
        </p:nvSpPr>
        <p:spPr>
          <a:xfrm>
            <a:off x="9326880" y="2011680"/>
            <a:ext cx="2377440" cy="2930525"/>
          </a:xfrm>
        </p:spPr>
        <p:txBody>
          <a:bodyPr/>
          <a:lstStyle>
            <a:lvl1pPr>
              <a:lnSpc>
                <a:spcPct val="110000"/>
              </a:lnSpc>
              <a:defRPr sz="1600" b="1">
                <a:solidFill>
                  <a:srgbClr val="1D4F91"/>
                </a:solidFill>
              </a:defRPr>
            </a:lvl1pPr>
            <a:lvl2pPr marL="0" indent="0">
              <a:lnSpc>
                <a:spcPct val="110000"/>
              </a:lnSpc>
              <a:buFontTx/>
              <a:buNone/>
              <a:tabLst/>
              <a:defRPr sz="1600"/>
            </a:lvl2pPr>
            <a:lvl3pPr marL="352425" indent="-169863">
              <a:lnSpc>
                <a:spcPct val="100000"/>
              </a:lnSpc>
              <a:buFont typeface="Arial" panose="020B0604020202020204" pitchFamily="34" charset="0"/>
              <a:buChar char="•"/>
              <a:tabLst/>
              <a:defRPr sz="1400">
                <a:solidFill>
                  <a:srgbClr val="63666A"/>
                </a:solidFill>
              </a:defRPr>
            </a:lvl3pPr>
            <a:lvl4pPr marL="574675" indent="-169863">
              <a:lnSpc>
                <a:spcPct val="100000"/>
              </a:lnSpc>
              <a:buFont typeface="System Font Regular"/>
              <a:buChar char="–"/>
              <a:tabLst/>
              <a:defRPr sz="1400">
                <a:solidFill>
                  <a:srgbClr val="63666A"/>
                </a:solidFill>
              </a:defRPr>
            </a:lvl4pPr>
            <a:lvl5pPr marL="811213" indent="-169863">
              <a:lnSpc>
                <a:spcPct val="100000"/>
              </a:lnSpc>
              <a:buFont typeface="Arial" panose="020B0604020202020204" pitchFamily="34" charset="0"/>
              <a:buChar char="•"/>
              <a:tabLst/>
              <a:defRPr sz="1400">
                <a:solidFill>
                  <a:srgbClr val="63666A"/>
                </a:solidFill>
              </a:defRPr>
            </a:lvl5pPr>
          </a:lstStyle>
          <a:p>
            <a:pPr lvl="0"/>
            <a:r>
              <a:rPr lang="en-US" dirty="0"/>
              <a:t>Title in preset 16pt Arial Bold</a:t>
            </a:r>
          </a:p>
          <a:p>
            <a:pPr lvl="1"/>
            <a:r>
              <a:rPr lang="en-US" dirty="0"/>
              <a:t>First level</a:t>
            </a:r>
          </a:p>
        </p:txBody>
      </p:sp>
      <p:sp>
        <p:nvSpPr>
          <p:cNvPr id="17" name="Footer Placeholder 16">
            <a:extLst>
              <a:ext uri="{FF2B5EF4-FFF2-40B4-BE49-F238E27FC236}">
                <a16:creationId xmlns:a16="http://schemas.microsoft.com/office/drawing/2014/main" id="{BAF30347-3286-3848-AA1B-A55CE9A3029F}"/>
              </a:ext>
            </a:extLst>
          </p:cNvPr>
          <p:cNvSpPr>
            <a:spLocks noGrp="1"/>
          </p:cNvSpPr>
          <p:nvPr>
            <p:ph type="ftr" sz="quarter" idx="28"/>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8" name="Text Placeholder 5">
            <a:extLst>
              <a:ext uri="{FF2B5EF4-FFF2-40B4-BE49-F238E27FC236}">
                <a16:creationId xmlns:a16="http://schemas.microsoft.com/office/drawing/2014/main" id="{64367D5E-B141-FB4F-B9F2-AA1E5DB395B4}"/>
              </a:ext>
            </a:extLst>
          </p:cNvPr>
          <p:cNvSpPr>
            <a:spLocks noGrp="1"/>
          </p:cNvSpPr>
          <p:nvPr>
            <p:ph type="body" sz="quarter" idx="29"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10724627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column content layout w/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66DB-313B-EE4C-A670-9DE5062B0DC3}"/>
              </a:ext>
            </a:extLst>
          </p:cNvPr>
          <p:cNvSpPr>
            <a:spLocks noGrp="1"/>
          </p:cNvSpPr>
          <p:nvPr>
            <p:ph type="title" hasCustomPrompt="1"/>
          </p:nvPr>
        </p:nvSpPr>
        <p:spPr/>
        <p:txBody>
          <a:bodyPr/>
          <a:lstStyle/>
          <a:p>
            <a:r>
              <a:rPr lang="en-US"/>
              <a:t>Headline preset in 32pt bolded for emphasis</a:t>
            </a:r>
          </a:p>
        </p:txBody>
      </p:sp>
      <p:sp>
        <p:nvSpPr>
          <p:cNvPr id="4" name="Text Placeholder 3">
            <a:extLst>
              <a:ext uri="{FF2B5EF4-FFF2-40B4-BE49-F238E27FC236}">
                <a16:creationId xmlns:a16="http://schemas.microsoft.com/office/drawing/2014/main" id="{916AFF0C-9C78-DD45-AC63-FC06845E03E8}"/>
              </a:ext>
            </a:extLst>
          </p:cNvPr>
          <p:cNvSpPr>
            <a:spLocks noGrp="1"/>
          </p:cNvSpPr>
          <p:nvPr>
            <p:ph type="body" sz="quarter" idx="10" hasCustomPrompt="1"/>
          </p:nvPr>
        </p:nvSpPr>
        <p:spPr>
          <a:xfrm>
            <a:off x="457200" y="2743200"/>
            <a:ext cx="2377440" cy="2930525"/>
          </a:xfrm>
        </p:spPr>
        <p:txBody>
          <a:bodyPr>
            <a:normAutofit/>
          </a:bodyPr>
          <a:lstStyle>
            <a:lvl1pPr>
              <a:lnSpc>
                <a:spcPct val="110000"/>
              </a:lnSpc>
              <a:defRPr sz="1600" b="1">
                <a:solidFill>
                  <a:srgbClr val="1D4F91"/>
                </a:solidFill>
              </a:defRPr>
            </a:lvl1pPr>
            <a:lvl2pPr marL="0" indent="0">
              <a:lnSpc>
                <a:spcPct val="110000"/>
              </a:lnSpc>
              <a:spcBef>
                <a:spcPts val="500"/>
              </a:spcBef>
              <a:spcAft>
                <a:spcPts val="0"/>
              </a:spcAft>
              <a:buNone/>
              <a:tabLst/>
              <a:defRPr sz="1600"/>
            </a:lvl2pPr>
            <a:lvl3pPr marL="349250" indent="-169863">
              <a:lnSpc>
                <a:spcPct val="110000"/>
              </a:lnSpc>
              <a:spcBef>
                <a:spcPts val="500"/>
              </a:spcBef>
              <a:spcAft>
                <a:spcPts val="0"/>
              </a:spcAft>
              <a:buFont typeface="Arial" panose="020B0604020202020204" pitchFamily="34" charset="0"/>
              <a:buChar char="•"/>
              <a:tabLst/>
              <a:defRPr sz="1600">
                <a:solidFill>
                  <a:srgbClr val="63666A"/>
                </a:solidFill>
              </a:defRPr>
            </a:lvl3pPr>
            <a:lvl4pPr marL="519113" indent="-169863">
              <a:lnSpc>
                <a:spcPct val="110000"/>
              </a:lnSpc>
              <a:spcBef>
                <a:spcPts val="500"/>
              </a:spcBef>
              <a:spcAft>
                <a:spcPts val="0"/>
              </a:spcAft>
              <a:buFont typeface="System Font Regular"/>
              <a:buChar char="–"/>
              <a:tabLst/>
              <a:defRPr sz="1600">
                <a:solidFill>
                  <a:srgbClr val="63666A"/>
                </a:solidFill>
              </a:defRPr>
            </a:lvl4pPr>
            <a:lvl5pPr marL="694944" indent="-169863">
              <a:lnSpc>
                <a:spcPct val="110000"/>
              </a:lnSpc>
              <a:spcBef>
                <a:spcPts val="500"/>
              </a:spcBef>
              <a:spcAft>
                <a:spcPts val="0"/>
              </a:spcAft>
              <a:buFont typeface="Arial" panose="020B0604020202020204" pitchFamily="34" charset="0"/>
              <a:buChar char="•"/>
              <a:tabLst/>
              <a:defRPr sz="1600">
                <a:solidFill>
                  <a:srgbClr val="63666A"/>
                </a:solidFill>
              </a:defRPr>
            </a:lvl5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5" name="Text Placeholder 3">
            <a:extLst>
              <a:ext uri="{FF2B5EF4-FFF2-40B4-BE49-F238E27FC236}">
                <a16:creationId xmlns:a16="http://schemas.microsoft.com/office/drawing/2014/main" id="{5C41B9E6-AF69-B843-9568-D35A86A66E90}"/>
              </a:ext>
            </a:extLst>
          </p:cNvPr>
          <p:cNvSpPr>
            <a:spLocks noGrp="1"/>
          </p:cNvSpPr>
          <p:nvPr>
            <p:ph type="body" sz="quarter" idx="11" hasCustomPrompt="1"/>
          </p:nvPr>
        </p:nvSpPr>
        <p:spPr>
          <a:xfrm>
            <a:off x="3383280" y="2743200"/>
            <a:ext cx="2377440" cy="2930525"/>
          </a:xfrm>
        </p:spPr>
        <p:txBody>
          <a:bodyPr>
            <a:normAutofit/>
          </a:bodyPr>
          <a:lstStyle>
            <a:lvl1pPr>
              <a:lnSpc>
                <a:spcPct val="110000"/>
              </a:lnSpc>
              <a:defRPr sz="1600" b="1">
                <a:solidFill>
                  <a:srgbClr val="1D4F91"/>
                </a:solidFill>
              </a:defRPr>
            </a:lvl1pPr>
            <a:lvl2pPr marL="0" indent="0">
              <a:lnSpc>
                <a:spcPct val="110000"/>
              </a:lnSpc>
              <a:buNone/>
              <a:tabLst/>
              <a:defRPr sz="1600"/>
            </a:lvl2pPr>
            <a:lvl3pPr marL="347472" indent="-169863">
              <a:lnSpc>
                <a:spcPct val="110000"/>
              </a:lnSpc>
              <a:buFont typeface="Arial" panose="020B0604020202020204" pitchFamily="34" charset="0"/>
              <a:buChar char="•"/>
              <a:tabLst/>
              <a:defRPr sz="1600">
                <a:solidFill>
                  <a:srgbClr val="63666A"/>
                </a:solidFill>
              </a:defRPr>
            </a:lvl3pPr>
            <a:lvl4pPr marL="521208" indent="-169863">
              <a:lnSpc>
                <a:spcPct val="110000"/>
              </a:lnSpc>
              <a:buFont typeface="System Font Regular"/>
              <a:buChar char="–"/>
              <a:tabLst/>
              <a:defRPr sz="1600">
                <a:solidFill>
                  <a:srgbClr val="63666A"/>
                </a:solidFill>
              </a:defRPr>
            </a:lvl4pPr>
            <a:lvl5pPr marL="693738" indent="-169863">
              <a:lnSpc>
                <a:spcPct val="110000"/>
              </a:lnSpc>
              <a:buFont typeface="Arial" panose="020B0604020202020204" pitchFamily="34" charset="0"/>
              <a:buChar char="•"/>
              <a:tabLst/>
              <a:defRPr sz="1600">
                <a:solidFill>
                  <a:srgbClr val="63666A"/>
                </a:solidFill>
              </a:defRPr>
            </a:lvl5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6" name="Text Placeholder 3">
            <a:extLst>
              <a:ext uri="{FF2B5EF4-FFF2-40B4-BE49-F238E27FC236}">
                <a16:creationId xmlns:a16="http://schemas.microsoft.com/office/drawing/2014/main" id="{1E1A6EEE-F7B4-F24D-8F35-F261CCEADEB0}"/>
              </a:ext>
            </a:extLst>
          </p:cNvPr>
          <p:cNvSpPr>
            <a:spLocks noGrp="1"/>
          </p:cNvSpPr>
          <p:nvPr>
            <p:ph type="body" sz="quarter" idx="12" hasCustomPrompt="1"/>
          </p:nvPr>
        </p:nvSpPr>
        <p:spPr>
          <a:xfrm>
            <a:off x="6400800" y="2743200"/>
            <a:ext cx="2377440" cy="2930525"/>
          </a:xfrm>
        </p:spPr>
        <p:txBody>
          <a:bodyPr>
            <a:normAutofit/>
          </a:bodyPr>
          <a:lstStyle>
            <a:lvl1pPr>
              <a:lnSpc>
                <a:spcPct val="110000"/>
              </a:lnSpc>
              <a:defRPr sz="1600" b="1">
                <a:solidFill>
                  <a:srgbClr val="1D4F91"/>
                </a:solidFill>
              </a:defRPr>
            </a:lvl1pPr>
            <a:lvl2pPr marL="0" indent="0">
              <a:lnSpc>
                <a:spcPct val="110000"/>
              </a:lnSpc>
              <a:buFontTx/>
              <a:buNone/>
              <a:tabLst/>
              <a:defRPr sz="1600"/>
            </a:lvl2pPr>
            <a:lvl3pPr marL="347472" indent="-169863">
              <a:lnSpc>
                <a:spcPct val="110000"/>
              </a:lnSpc>
              <a:buFont typeface="Arial" panose="020B0604020202020204" pitchFamily="34" charset="0"/>
              <a:buChar char="•"/>
              <a:tabLst/>
              <a:defRPr sz="1600">
                <a:solidFill>
                  <a:srgbClr val="63666A"/>
                </a:solidFill>
              </a:defRPr>
            </a:lvl3pPr>
            <a:lvl4pPr marL="521208" indent="-169863">
              <a:lnSpc>
                <a:spcPct val="110000"/>
              </a:lnSpc>
              <a:buFont typeface="System Font Regular"/>
              <a:buChar char="–"/>
              <a:tabLst/>
              <a:defRPr sz="1600">
                <a:solidFill>
                  <a:srgbClr val="63666A"/>
                </a:solidFill>
              </a:defRPr>
            </a:lvl4pPr>
            <a:lvl5pPr marL="694944" indent="-169863">
              <a:lnSpc>
                <a:spcPct val="110000"/>
              </a:lnSpc>
              <a:buFont typeface="Arial" panose="020B0604020202020204" pitchFamily="34" charset="0"/>
              <a:buChar char="•"/>
              <a:tabLst/>
              <a:defRPr sz="1600">
                <a:solidFill>
                  <a:srgbClr val="63666A"/>
                </a:solidFill>
              </a:defRPr>
            </a:lvl5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7" name="Text Placeholder 3">
            <a:extLst>
              <a:ext uri="{FF2B5EF4-FFF2-40B4-BE49-F238E27FC236}">
                <a16:creationId xmlns:a16="http://schemas.microsoft.com/office/drawing/2014/main" id="{358E3486-1115-FE4A-B805-5089C623E8D0}"/>
              </a:ext>
            </a:extLst>
          </p:cNvPr>
          <p:cNvSpPr>
            <a:spLocks noGrp="1"/>
          </p:cNvSpPr>
          <p:nvPr>
            <p:ph type="body" sz="quarter" idx="13" hasCustomPrompt="1"/>
          </p:nvPr>
        </p:nvSpPr>
        <p:spPr>
          <a:xfrm>
            <a:off x="9326880" y="2743200"/>
            <a:ext cx="2377440" cy="2930525"/>
          </a:xfrm>
        </p:spPr>
        <p:txBody>
          <a:bodyPr>
            <a:normAutofit/>
          </a:bodyPr>
          <a:lstStyle>
            <a:lvl1pPr>
              <a:lnSpc>
                <a:spcPct val="110000"/>
              </a:lnSpc>
              <a:defRPr sz="1600" b="1">
                <a:solidFill>
                  <a:srgbClr val="1D4F91"/>
                </a:solidFill>
              </a:defRPr>
            </a:lvl1pPr>
            <a:lvl2pPr marL="0" indent="0">
              <a:lnSpc>
                <a:spcPct val="110000"/>
              </a:lnSpc>
              <a:buFontTx/>
              <a:buNone/>
              <a:tabLst/>
              <a:defRPr sz="1600"/>
            </a:lvl2pPr>
            <a:lvl3pPr marL="347472" indent="-169863">
              <a:lnSpc>
                <a:spcPct val="110000"/>
              </a:lnSpc>
              <a:buFont typeface="Arial" panose="020B0604020202020204" pitchFamily="34" charset="0"/>
              <a:buChar char="•"/>
              <a:tabLst/>
              <a:defRPr sz="1600">
                <a:solidFill>
                  <a:srgbClr val="63666A"/>
                </a:solidFill>
              </a:defRPr>
            </a:lvl3pPr>
            <a:lvl4pPr marL="521208" indent="-169863">
              <a:lnSpc>
                <a:spcPct val="110000"/>
              </a:lnSpc>
              <a:buFont typeface="System Font Regular"/>
              <a:buChar char="–"/>
              <a:tabLst/>
              <a:defRPr sz="1600">
                <a:solidFill>
                  <a:srgbClr val="63666A"/>
                </a:solidFill>
              </a:defRPr>
            </a:lvl4pPr>
            <a:lvl5pPr marL="694944" indent="-169863">
              <a:lnSpc>
                <a:spcPct val="110000"/>
              </a:lnSpc>
              <a:buFont typeface="Arial" panose="020B0604020202020204" pitchFamily="34" charset="0"/>
              <a:buChar char="•"/>
              <a:tabLst/>
              <a:defRPr sz="1600">
                <a:solidFill>
                  <a:srgbClr val="63666A"/>
                </a:solidFill>
              </a:defRPr>
            </a:lvl5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2" name="Picture Placeholder 4">
            <a:extLst>
              <a:ext uri="{FF2B5EF4-FFF2-40B4-BE49-F238E27FC236}">
                <a16:creationId xmlns:a16="http://schemas.microsoft.com/office/drawing/2014/main" id="{6C085B38-6620-C649-9BCA-72E0C4D7A283}"/>
              </a:ext>
            </a:extLst>
          </p:cNvPr>
          <p:cNvSpPr>
            <a:spLocks noGrp="1"/>
          </p:cNvSpPr>
          <p:nvPr>
            <p:ph type="pic" sz="quarter" idx="24" hasCustomPrompt="1"/>
          </p:nvPr>
        </p:nvSpPr>
        <p:spPr>
          <a:xfrm>
            <a:off x="457200" y="1600200"/>
            <a:ext cx="762000" cy="857250"/>
          </a:xfrm>
        </p:spPr>
        <p:txBody>
          <a:bodyPr anchor="ctr"/>
          <a:lstStyle>
            <a:lvl1pPr algn="ctr">
              <a:defRPr sz="1200" b="1">
                <a:solidFill>
                  <a:srgbClr val="E63888"/>
                </a:solidFill>
              </a:defRPr>
            </a:lvl1pPr>
          </a:lstStyle>
          <a:p>
            <a:r>
              <a:rPr lang="en-US"/>
              <a:t>Insert image here</a:t>
            </a:r>
          </a:p>
        </p:txBody>
      </p:sp>
      <p:sp>
        <p:nvSpPr>
          <p:cNvPr id="13" name="Picture Placeholder 4">
            <a:extLst>
              <a:ext uri="{FF2B5EF4-FFF2-40B4-BE49-F238E27FC236}">
                <a16:creationId xmlns:a16="http://schemas.microsoft.com/office/drawing/2014/main" id="{B6408528-38F4-1D4C-A153-1D340A991B9E}"/>
              </a:ext>
            </a:extLst>
          </p:cNvPr>
          <p:cNvSpPr>
            <a:spLocks noGrp="1"/>
          </p:cNvSpPr>
          <p:nvPr>
            <p:ph type="pic" sz="quarter" idx="25" hasCustomPrompt="1"/>
          </p:nvPr>
        </p:nvSpPr>
        <p:spPr>
          <a:xfrm>
            <a:off x="3409036" y="1600200"/>
            <a:ext cx="762000" cy="857250"/>
          </a:xfrm>
        </p:spPr>
        <p:txBody>
          <a:bodyPr anchor="ctr"/>
          <a:lstStyle>
            <a:lvl1pPr algn="ctr">
              <a:defRPr sz="1200" b="1">
                <a:solidFill>
                  <a:srgbClr val="E63888"/>
                </a:solidFill>
              </a:defRPr>
            </a:lvl1pPr>
          </a:lstStyle>
          <a:p>
            <a:r>
              <a:rPr lang="en-US"/>
              <a:t>Insert image here</a:t>
            </a:r>
          </a:p>
        </p:txBody>
      </p:sp>
      <p:sp>
        <p:nvSpPr>
          <p:cNvPr id="14" name="Picture Placeholder 4">
            <a:extLst>
              <a:ext uri="{FF2B5EF4-FFF2-40B4-BE49-F238E27FC236}">
                <a16:creationId xmlns:a16="http://schemas.microsoft.com/office/drawing/2014/main" id="{036DFDAC-0E52-1D46-815A-14300E28B644}"/>
              </a:ext>
            </a:extLst>
          </p:cNvPr>
          <p:cNvSpPr>
            <a:spLocks noGrp="1"/>
          </p:cNvSpPr>
          <p:nvPr>
            <p:ph type="pic" sz="quarter" idx="26" hasCustomPrompt="1"/>
          </p:nvPr>
        </p:nvSpPr>
        <p:spPr>
          <a:xfrm>
            <a:off x="6400800" y="1600200"/>
            <a:ext cx="762000" cy="857250"/>
          </a:xfrm>
        </p:spPr>
        <p:txBody>
          <a:bodyPr anchor="ctr"/>
          <a:lstStyle>
            <a:lvl1pPr algn="ctr">
              <a:defRPr sz="1200" b="1">
                <a:solidFill>
                  <a:srgbClr val="E63888"/>
                </a:solidFill>
              </a:defRPr>
            </a:lvl1pPr>
          </a:lstStyle>
          <a:p>
            <a:r>
              <a:rPr lang="en-US"/>
              <a:t>Insert image here</a:t>
            </a:r>
          </a:p>
        </p:txBody>
      </p:sp>
      <p:sp>
        <p:nvSpPr>
          <p:cNvPr id="15" name="Picture Placeholder 4">
            <a:extLst>
              <a:ext uri="{FF2B5EF4-FFF2-40B4-BE49-F238E27FC236}">
                <a16:creationId xmlns:a16="http://schemas.microsoft.com/office/drawing/2014/main" id="{5CD48598-6004-B24E-AED7-501E08602A64}"/>
              </a:ext>
            </a:extLst>
          </p:cNvPr>
          <p:cNvSpPr>
            <a:spLocks noGrp="1"/>
          </p:cNvSpPr>
          <p:nvPr>
            <p:ph type="pic" sz="quarter" idx="27" hasCustomPrompt="1"/>
          </p:nvPr>
        </p:nvSpPr>
        <p:spPr>
          <a:xfrm>
            <a:off x="9312708" y="1600200"/>
            <a:ext cx="762000" cy="857250"/>
          </a:xfrm>
        </p:spPr>
        <p:txBody>
          <a:bodyPr anchor="ctr"/>
          <a:lstStyle>
            <a:lvl1pPr algn="ctr">
              <a:defRPr sz="1200" b="1">
                <a:solidFill>
                  <a:srgbClr val="E63888"/>
                </a:solidFill>
              </a:defRPr>
            </a:lvl1pPr>
          </a:lstStyle>
          <a:p>
            <a:r>
              <a:rPr lang="en-US"/>
              <a:t>Insert image here</a:t>
            </a:r>
          </a:p>
        </p:txBody>
      </p:sp>
      <p:sp>
        <p:nvSpPr>
          <p:cNvPr id="17" name="Footer Placeholder 16">
            <a:extLst>
              <a:ext uri="{FF2B5EF4-FFF2-40B4-BE49-F238E27FC236}">
                <a16:creationId xmlns:a16="http://schemas.microsoft.com/office/drawing/2014/main" id="{BAF30347-3286-3848-AA1B-A55CE9A3029F}"/>
              </a:ext>
            </a:extLst>
          </p:cNvPr>
          <p:cNvSpPr>
            <a:spLocks noGrp="1"/>
          </p:cNvSpPr>
          <p:nvPr>
            <p:ph type="ftr" sz="quarter" idx="28"/>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8" name="Text Placeholder 5">
            <a:extLst>
              <a:ext uri="{FF2B5EF4-FFF2-40B4-BE49-F238E27FC236}">
                <a16:creationId xmlns:a16="http://schemas.microsoft.com/office/drawing/2014/main" id="{64367D5E-B141-FB4F-B9F2-AA1E5DB395B4}"/>
              </a:ext>
            </a:extLst>
          </p:cNvPr>
          <p:cNvSpPr>
            <a:spLocks noGrp="1"/>
          </p:cNvSpPr>
          <p:nvPr>
            <p:ph type="body" sz="quarter" idx="29"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12690740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column content layout w/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66DB-313B-EE4C-A670-9DE5062B0DC3}"/>
              </a:ext>
            </a:extLst>
          </p:cNvPr>
          <p:cNvSpPr>
            <a:spLocks noGrp="1"/>
          </p:cNvSpPr>
          <p:nvPr>
            <p:ph type="title" hasCustomPrompt="1"/>
          </p:nvPr>
        </p:nvSpPr>
        <p:spPr/>
        <p:txBody>
          <a:bodyPr/>
          <a:lstStyle/>
          <a:p>
            <a:r>
              <a:rPr lang="en-US"/>
              <a:t>Headline preset in 32pt bolded for emphasis</a:t>
            </a:r>
          </a:p>
        </p:txBody>
      </p:sp>
      <p:sp>
        <p:nvSpPr>
          <p:cNvPr id="4" name="Text Placeholder 3">
            <a:extLst>
              <a:ext uri="{FF2B5EF4-FFF2-40B4-BE49-F238E27FC236}">
                <a16:creationId xmlns:a16="http://schemas.microsoft.com/office/drawing/2014/main" id="{916AFF0C-9C78-DD45-AC63-FC06845E03E8}"/>
              </a:ext>
            </a:extLst>
          </p:cNvPr>
          <p:cNvSpPr>
            <a:spLocks noGrp="1"/>
          </p:cNvSpPr>
          <p:nvPr>
            <p:ph type="body" sz="quarter" idx="10" hasCustomPrompt="1"/>
          </p:nvPr>
        </p:nvSpPr>
        <p:spPr>
          <a:xfrm>
            <a:off x="457200" y="2743200"/>
            <a:ext cx="2377440" cy="2930525"/>
          </a:xfrm>
        </p:spPr>
        <p:txBody>
          <a:bodyPr>
            <a:normAutofit/>
          </a:bodyPr>
          <a:lstStyle>
            <a:lvl1pPr>
              <a:lnSpc>
                <a:spcPct val="110000"/>
              </a:lnSpc>
              <a:defRPr sz="1600" b="1">
                <a:solidFill>
                  <a:srgbClr val="1D4F91"/>
                </a:solidFill>
              </a:defRPr>
            </a:lvl1pPr>
            <a:lvl2pPr marL="174625" indent="-174625">
              <a:lnSpc>
                <a:spcPct val="110000"/>
              </a:lnSpc>
              <a:buFont typeface="Arial" panose="020B0604020202020204" pitchFamily="34" charset="0"/>
              <a:buChar char="•"/>
              <a:tabLst/>
              <a:defRPr sz="1600"/>
            </a:lvl2pPr>
            <a:lvl3pPr marL="346075" indent="-173038">
              <a:lnSpc>
                <a:spcPct val="110000"/>
              </a:lnSpc>
              <a:buFont typeface="System Font Regular"/>
              <a:buChar char="–"/>
              <a:tabLst/>
              <a:defRPr sz="1600">
                <a:solidFill>
                  <a:srgbClr val="63666A"/>
                </a:solidFill>
              </a:defRPr>
            </a:lvl3pPr>
            <a:lvl4pPr marL="521208" indent="-169863">
              <a:lnSpc>
                <a:spcPct val="110000"/>
              </a:lnSpc>
              <a:buFont typeface="Arial" panose="020B0604020202020204" pitchFamily="34" charset="0"/>
              <a:buChar char="•"/>
              <a:tabLst/>
              <a:defRPr sz="1600">
                <a:solidFill>
                  <a:srgbClr val="63666A"/>
                </a:solidFill>
              </a:defRPr>
            </a:lvl4pPr>
            <a:lvl5pPr marL="693738" indent="-169863">
              <a:lnSpc>
                <a:spcPct val="110000"/>
              </a:lnSpc>
              <a:buFont typeface="System Font Regular"/>
              <a:buChar char="–"/>
              <a:tabLst/>
              <a:defRPr sz="1600">
                <a:solidFill>
                  <a:srgbClr val="63666A"/>
                </a:solidFill>
              </a:defRPr>
            </a:lvl5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5" name="Text Placeholder 3">
            <a:extLst>
              <a:ext uri="{FF2B5EF4-FFF2-40B4-BE49-F238E27FC236}">
                <a16:creationId xmlns:a16="http://schemas.microsoft.com/office/drawing/2014/main" id="{5C41B9E6-AF69-B843-9568-D35A86A66E90}"/>
              </a:ext>
            </a:extLst>
          </p:cNvPr>
          <p:cNvSpPr>
            <a:spLocks noGrp="1"/>
          </p:cNvSpPr>
          <p:nvPr>
            <p:ph type="body" sz="quarter" idx="11" hasCustomPrompt="1"/>
          </p:nvPr>
        </p:nvSpPr>
        <p:spPr>
          <a:xfrm>
            <a:off x="3383280" y="2743200"/>
            <a:ext cx="2377440" cy="2930525"/>
          </a:xfrm>
        </p:spPr>
        <p:txBody>
          <a:bodyPr>
            <a:normAutofit/>
          </a:bodyPr>
          <a:lstStyle>
            <a:lvl1pPr>
              <a:lnSpc>
                <a:spcPct val="110000"/>
              </a:lnSpc>
              <a:defRPr sz="1600" b="1">
                <a:solidFill>
                  <a:srgbClr val="1D4F91"/>
                </a:solidFill>
              </a:defRPr>
            </a:lvl1pPr>
            <a:lvl2pPr marL="174625" indent="-174625">
              <a:lnSpc>
                <a:spcPct val="110000"/>
              </a:lnSpc>
              <a:buFont typeface="Arial" panose="020B0604020202020204" pitchFamily="34" charset="0"/>
              <a:buChar char="•"/>
              <a:tabLst/>
              <a:defRPr sz="1600"/>
            </a:lvl2pPr>
            <a:lvl3pPr marL="347472" indent="-173038">
              <a:lnSpc>
                <a:spcPct val="110000"/>
              </a:lnSpc>
              <a:buFont typeface="System Font Regular"/>
              <a:buChar char="–"/>
              <a:tabLst/>
              <a:defRPr sz="1600">
                <a:solidFill>
                  <a:srgbClr val="63666A"/>
                </a:solidFill>
              </a:defRPr>
            </a:lvl3pPr>
            <a:lvl4pPr marL="521208" indent="-169863">
              <a:lnSpc>
                <a:spcPct val="110000"/>
              </a:lnSpc>
              <a:buFont typeface="Arial" panose="020B0604020202020204" pitchFamily="34" charset="0"/>
              <a:buChar char="•"/>
              <a:tabLst/>
              <a:defRPr sz="1600">
                <a:solidFill>
                  <a:srgbClr val="63666A"/>
                </a:solidFill>
              </a:defRPr>
            </a:lvl4pPr>
            <a:lvl5pPr marL="694944" indent="-182563">
              <a:lnSpc>
                <a:spcPct val="110000"/>
              </a:lnSpc>
              <a:buFont typeface="System Font Regular"/>
              <a:buChar char="–"/>
              <a:tabLst/>
              <a:defRPr sz="1600">
                <a:solidFill>
                  <a:srgbClr val="63666A"/>
                </a:solidFill>
              </a:defRPr>
            </a:lvl5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6" name="Text Placeholder 3">
            <a:extLst>
              <a:ext uri="{FF2B5EF4-FFF2-40B4-BE49-F238E27FC236}">
                <a16:creationId xmlns:a16="http://schemas.microsoft.com/office/drawing/2014/main" id="{1E1A6EEE-F7B4-F24D-8F35-F261CCEADEB0}"/>
              </a:ext>
            </a:extLst>
          </p:cNvPr>
          <p:cNvSpPr>
            <a:spLocks noGrp="1"/>
          </p:cNvSpPr>
          <p:nvPr>
            <p:ph type="body" sz="quarter" idx="12" hasCustomPrompt="1"/>
          </p:nvPr>
        </p:nvSpPr>
        <p:spPr>
          <a:xfrm>
            <a:off x="6400800" y="2743200"/>
            <a:ext cx="2377440" cy="2930525"/>
          </a:xfrm>
        </p:spPr>
        <p:txBody>
          <a:bodyPr>
            <a:normAutofit/>
          </a:bodyPr>
          <a:lstStyle>
            <a:lvl1pPr>
              <a:lnSpc>
                <a:spcPct val="110000"/>
              </a:lnSpc>
              <a:defRPr sz="1600" b="1">
                <a:solidFill>
                  <a:srgbClr val="1D4F91"/>
                </a:solidFill>
              </a:defRPr>
            </a:lvl1pPr>
            <a:lvl2pPr marL="173736" indent="-173736">
              <a:lnSpc>
                <a:spcPct val="110000"/>
              </a:lnSpc>
              <a:buFont typeface="Arial" panose="020B0604020202020204" pitchFamily="34" charset="0"/>
              <a:buChar char="•"/>
              <a:tabLst/>
              <a:defRPr sz="1600"/>
            </a:lvl2pPr>
            <a:lvl3pPr marL="347472" indent="-169863">
              <a:lnSpc>
                <a:spcPct val="110000"/>
              </a:lnSpc>
              <a:buFont typeface="System Font Regular"/>
              <a:buChar char="–"/>
              <a:tabLst/>
              <a:defRPr sz="1600">
                <a:solidFill>
                  <a:srgbClr val="63666A"/>
                </a:solidFill>
              </a:defRPr>
            </a:lvl3pPr>
            <a:lvl4pPr marL="521208" indent="-169863">
              <a:lnSpc>
                <a:spcPct val="110000"/>
              </a:lnSpc>
              <a:buFont typeface="Arial" panose="020B0604020202020204" pitchFamily="34" charset="0"/>
              <a:buChar char="•"/>
              <a:tabLst/>
              <a:defRPr sz="1600">
                <a:solidFill>
                  <a:srgbClr val="63666A"/>
                </a:solidFill>
              </a:defRPr>
            </a:lvl4pPr>
            <a:lvl5pPr marL="694944" indent="-169863">
              <a:lnSpc>
                <a:spcPct val="110000"/>
              </a:lnSpc>
              <a:buFont typeface="System Font Regular"/>
              <a:buChar char="–"/>
              <a:tabLst/>
              <a:defRPr sz="1600">
                <a:solidFill>
                  <a:srgbClr val="63666A"/>
                </a:solidFill>
              </a:defRPr>
            </a:lvl5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7" name="Text Placeholder 3">
            <a:extLst>
              <a:ext uri="{FF2B5EF4-FFF2-40B4-BE49-F238E27FC236}">
                <a16:creationId xmlns:a16="http://schemas.microsoft.com/office/drawing/2014/main" id="{358E3486-1115-FE4A-B805-5089C623E8D0}"/>
              </a:ext>
            </a:extLst>
          </p:cNvPr>
          <p:cNvSpPr>
            <a:spLocks noGrp="1"/>
          </p:cNvSpPr>
          <p:nvPr>
            <p:ph type="body" sz="quarter" idx="13" hasCustomPrompt="1"/>
          </p:nvPr>
        </p:nvSpPr>
        <p:spPr>
          <a:xfrm>
            <a:off x="9326880" y="2743200"/>
            <a:ext cx="2377440" cy="2930525"/>
          </a:xfrm>
        </p:spPr>
        <p:txBody>
          <a:bodyPr>
            <a:normAutofit/>
          </a:bodyPr>
          <a:lstStyle>
            <a:lvl1pPr>
              <a:lnSpc>
                <a:spcPct val="110000"/>
              </a:lnSpc>
              <a:defRPr sz="1600" b="1">
                <a:solidFill>
                  <a:srgbClr val="1D4F91"/>
                </a:solidFill>
              </a:defRPr>
            </a:lvl1pPr>
            <a:lvl2pPr marL="174625" indent="-174625">
              <a:lnSpc>
                <a:spcPct val="110000"/>
              </a:lnSpc>
              <a:buFont typeface="Arial" panose="020B0604020202020204" pitchFamily="34" charset="0"/>
              <a:buChar char="•"/>
              <a:tabLst/>
              <a:defRPr sz="1600"/>
            </a:lvl2pPr>
            <a:lvl3pPr marL="347472" indent="-169863">
              <a:lnSpc>
                <a:spcPct val="110000"/>
              </a:lnSpc>
              <a:buFont typeface="System Font Regular"/>
              <a:buChar char="–"/>
              <a:tabLst/>
              <a:defRPr sz="1600">
                <a:solidFill>
                  <a:srgbClr val="63666A"/>
                </a:solidFill>
              </a:defRPr>
            </a:lvl3pPr>
            <a:lvl4pPr marL="521208" indent="-169863">
              <a:lnSpc>
                <a:spcPct val="110000"/>
              </a:lnSpc>
              <a:buFont typeface="Arial" panose="020B0604020202020204" pitchFamily="34" charset="0"/>
              <a:buChar char="•"/>
              <a:tabLst/>
              <a:defRPr sz="1600">
                <a:solidFill>
                  <a:srgbClr val="63666A"/>
                </a:solidFill>
              </a:defRPr>
            </a:lvl4pPr>
            <a:lvl5pPr marL="693738" indent="-169863">
              <a:lnSpc>
                <a:spcPct val="110000"/>
              </a:lnSpc>
              <a:buFont typeface="System Font Regular"/>
              <a:buChar char="–"/>
              <a:tabLst/>
              <a:defRPr sz="1600">
                <a:solidFill>
                  <a:srgbClr val="63666A"/>
                </a:solidFill>
              </a:defRPr>
            </a:lvl5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2" name="Picture Placeholder 4">
            <a:extLst>
              <a:ext uri="{FF2B5EF4-FFF2-40B4-BE49-F238E27FC236}">
                <a16:creationId xmlns:a16="http://schemas.microsoft.com/office/drawing/2014/main" id="{6C085B38-6620-C649-9BCA-72E0C4D7A283}"/>
              </a:ext>
            </a:extLst>
          </p:cNvPr>
          <p:cNvSpPr>
            <a:spLocks noGrp="1"/>
          </p:cNvSpPr>
          <p:nvPr>
            <p:ph type="pic" sz="quarter" idx="24" hasCustomPrompt="1"/>
          </p:nvPr>
        </p:nvSpPr>
        <p:spPr>
          <a:xfrm>
            <a:off x="457200" y="1600200"/>
            <a:ext cx="762000" cy="857250"/>
          </a:xfrm>
        </p:spPr>
        <p:txBody>
          <a:bodyPr anchor="ctr"/>
          <a:lstStyle>
            <a:lvl1pPr algn="ctr">
              <a:defRPr sz="1200" b="1">
                <a:solidFill>
                  <a:srgbClr val="E63888"/>
                </a:solidFill>
              </a:defRPr>
            </a:lvl1pPr>
          </a:lstStyle>
          <a:p>
            <a:r>
              <a:rPr lang="en-US"/>
              <a:t>Insert image here</a:t>
            </a:r>
          </a:p>
        </p:txBody>
      </p:sp>
      <p:sp>
        <p:nvSpPr>
          <p:cNvPr id="13" name="Picture Placeholder 4">
            <a:extLst>
              <a:ext uri="{FF2B5EF4-FFF2-40B4-BE49-F238E27FC236}">
                <a16:creationId xmlns:a16="http://schemas.microsoft.com/office/drawing/2014/main" id="{B6408528-38F4-1D4C-A153-1D340A991B9E}"/>
              </a:ext>
            </a:extLst>
          </p:cNvPr>
          <p:cNvSpPr>
            <a:spLocks noGrp="1"/>
          </p:cNvSpPr>
          <p:nvPr>
            <p:ph type="pic" sz="quarter" idx="25" hasCustomPrompt="1"/>
          </p:nvPr>
        </p:nvSpPr>
        <p:spPr>
          <a:xfrm>
            <a:off x="3409036" y="1600200"/>
            <a:ext cx="762000" cy="857250"/>
          </a:xfrm>
        </p:spPr>
        <p:txBody>
          <a:bodyPr anchor="ctr"/>
          <a:lstStyle>
            <a:lvl1pPr algn="ctr">
              <a:defRPr sz="1200" b="1">
                <a:solidFill>
                  <a:srgbClr val="E63888"/>
                </a:solidFill>
              </a:defRPr>
            </a:lvl1pPr>
          </a:lstStyle>
          <a:p>
            <a:r>
              <a:rPr lang="en-US"/>
              <a:t>Insert image here</a:t>
            </a:r>
          </a:p>
        </p:txBody>
      </p:sp>
      <p:sp>
        <p:nvSpPr>
          <p:cNvPr id="14" name="Picture Placeholder 4">
            <a:extLst>
              <a:ext uri="{FF2B5EF4-FFF2-40B4-BE49-F238E27FC236}">
                <a16:creationId xmlns:a16="http://schemas.microsoft.com/office/drawing/2014/main" id="{036DFDAC-0E52-1D46-815A-14300E28B644}"/>
              </a:ext>
            </a:extLst>
          </p:cNvPr>
          <p:cNvSpPr>
            <a:spLocks noGrp="1"/>
          </p:cNvSpPr>
          <p:nvPr>
            <p:ph type="pic" sz="quarter" idx="26" hasCustomPrompt="1"/>
          </p:nvPr>
        </p:nvSpPr>
        <p:spPr>
          <a:xfrm>
            <a:off x="6400800" y="1600200"/>
            <a:ext cx="762000" cy="857250"/>
          </a:xfrm>
        </p:spPr>
        <p:txBody>
          <a:bodyPr anchor="ctr"/>
          <a:lstStyle>
            <a:lvl1pPr algn="ctr">
              <a:defRPr sz="1200" b="1">
                <a:solidFill>
                  <a:srgbClr val="E63888"/>
                </a:solidFill>
              </a:defRPr>
            </a:lvl1pPr>
          </a:lstStyle>
          <a:p>
            <a:r>
              <a:rPr lang="en-US"/>
              <a:t>Insert image here</a:t>
            </a:r>
          </a:p>
        </p:txBody>
      </p:sp>
      <p:sp>
        <p:nvSpPr>
          <p:cNvPr id="15" name="Picture Placeholder 4">
            <a:extLst>
              <a:ext uri="{FF2B5EF4-FFF2-40B4-BE49-F238E27FC236}">
                <a16:creationId xmlns:a16="http://schemas.microsoft.com/office/drawing/2014/main" id="{5CD48598-6004-B24E-AED7-501E08602A64}"/>
              </a:ext>
            </a:extLst>
          </p:cNvPr>
          <p:cNvSpPr>
            <a:spLocks noGrp="1"/>
          </p:cNvSpPr>
          <p:nvPr>
            <p:ph type="pic" sz="quarter" idx="27" hasCustomPrompt="1"/>
          </p:nvPr>
        </p:nvSpPr>
        <p:spPr>
          <a:xfrm>
            <a:off x="9312708" y="1600200"/>
            <a:ext cx="762000" cy="857250"/>
          </a:xfrm>
        </p:spPr>
        <p:txBody>
          <a:bodyPr anchor="ctr"/>
          <a:lstStyle>
            <a:lvl1pPr algn="ctr">
              <a:defRPr sz="1200" b="1">
                <a:solidFill>
                  <a:srgbClr val="E63888"/>
                </a:solidFill>
              </a:defRPr>
            </a:lvl1pPr>
          </a:lstStyle>
          <a:p>
            <a:r>
              <a:rPr lang="en-US"/>
              <a:t>Insert image here</a:t>
            </a:r>
          </a:p>
        </p:txBody>
      </p:sp>
      <p:sp>
        <p:nvSpPr>
          <p:cNvPr id="17" name="Footer Placeholder 16">
            <a:extLst>
              <a:ext uri="{FF2B5EF4-FFF2-40B4-BE49-F238E27FC236}">
                <a16:creationId xmlns:a16="http://schemas.microsoft.com/office/drawing/2014/main" id="{BAF30347-3286-3848-AA1B-A55CE9A3029F}"/>
              </a:ext>
            </a:extLst>
          </p:cNvPr>
          <p:cNvSpPr>
            <a:spLocks noGrp="1"/>
          </p:cNvSpPr>
          <p:nvPr>
            <p:ph type="ftr" sz="quarter" idx="28"/>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8" name="Text Placeholder 5">
            <a:extLst>
              <a:ext uri="{FF2B5EF4-FFF2-40B4-BE49-F238E27FC236}">
                <a16:creationId xmlns:a16="http://schemas.microsoft.com/office/drawing/2014/main" id="{64367D5E-B141-FB4F-B9F2-AA1E5DB395B4}"/>
              </a:ext>
            </a:extLst>
          </p:cNvPr>
          <p:cNvSpPr>
            <a:spLocks noGrp="1"/>
          </p:cNvSpPr>
          <p:nvPr>
            <p:ph type="body" sz="quarter" idx="29"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24092529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ight Content layout w/image 1">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62842C09-CEE8-9C45-B9C8-905D7BEC17B1}"/>
              </a:ext>
            </a:extLst>
          </p:cNvPr>
          <p:cNvSpPr>
            <a:spLocks noGrp="1"/>
          </p:cNvSpPr>
          <p:nvPr>
            <p:ph type="pic" sz="quarter" idx="23" hasCustomPrompt="1"/>
          </p:nvPr>
        </p:nvSpPr>
        <p:spPr>
          <a:xfrm>
            <a:off x="1056008" y="2192655"/>
            <a:ext cx="2652470" cy="3003550"/>
          </a:xfrm>
        </p:spPr>
        <p:txBody>
          <a:bodyPr anchor="ctr">
            <a:normAutofit/>
          </a:bodyPr>
          <a:lstStyle>
            <a:lvl1pPr algn="ctr">
              <a:defRPr sz="28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5804AD91-C429-704C-9423-71DB04F48281}"/>
              </a:ext>
            </a:extLst>
          </p:cNvPr>
          <p:cNvSpPr>
            <a:spLocks noGrp="1"/>
          </p:cNvSpPr>
          <p:nvPr>
            <p:ph type="title" hasCustomPrompt="1"/>
          </p:nvPr>
        </p:nvSpPr>
        <p:spPr/>
        <p:txBody>
          <a:bodyPr/>
          <a:lstStyle>
            <a:lvl1pPr>
              <a:defRPr>
                <a:solidFill>
                  <a:srgbClr val="1D4F91"/>
                </a:solidFill>
              </a:defRPr>
            </a:lvl1pPr>
          </a:lstStyle>
          <a:p>
            <a:r>
              <a:rPr lang="en-US" dirty="0"/>
              <a:t>Headline preset in 32pt bolded for emphasis</a:t>
            </a:r>
          </a:p>
        </p:txBody>
      </p:sp>
      <p:sp>
        <p:nvSpPr>
          <p:cNvPr id="7" name="Footer Placeholder 6">
            <a:extLst>
              <a:ext uri="{FF2B5EF4-FFF2-40B4-BE49-F238E27FC236}">
                <a16:creationId xmlns:a16="http://schemas.microsoft.com/office/drawing/2014/main" id="{C8A59E2B-76E0-5047-B0D0-8092E11D168F}"/>
              </a:ext>
            </a:extLst>
          </p:cNvPr>
          <p:cNvSpPr>
            <a:spLocks noGrp="1"/>
          </p:cNvSpPr>
          <p:nvPr>
            <p:ph type="ftr" sz="quarter" idx="21"/>
          </p:nvPr>
        </p:nvSpPr>
        <p:spPr/>
        <p:txBody>
          <a:bodyPr/>
          <a:lstStyle>
            <a:lvl1pPr>
              <a:defRPr>
                <a:solidFill>
                  <a:srgbClr val="63666A"/>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9" name="Text Placeholder 8">
            <a:extLst>
              <a:ext uri="{FF2B5EF4-FFF2-40B4-BE49-F238E27FC236}">
                <a16:creationId xmlns:a16="http://schemas.microsoft.com/office/drawing/2014/main" id="{4F537321-ADAB-0942-B771-E7DAB19FA401}"/>
              </a:ext>
            </a:extLst>
          </p:cNvPr>
          <p:cNvSpPr>
            <a:spLocks noGrp="1"/>
          </p:cNvSpPr>
          <p:nvPr>
            <p:ph type="body" sz="quarter" idx="22" hasCustomPrompt="1"/>
          </p:nvPr>
        </p:nvSpPr>
        <p:spPr>
          <a:xfrm>
            <a:off x="4572127" y="2011680"/>
            <a:ext cx="7159625" cy="3365500"/>
          </a:xfrm>
        </p:spPr>
        <p:txBody>
          <a:bodyPr>
            <a:noAutofit/>
          </a:bodyPr>
          <a:lstStyle>
            <a:lvl1pPr>
              <a:lnSpc>
                <a:spcPct val="110000"/>
              </a:lnSpc>
              <a:spcBef>
                <a:spcPts val="2200"/>
              </a:spcBef>
              <a:defRPr sz="1800" b="1">
                <a:solidFill>
                  <a:srgbClr val="1D4F91"/>
                </a:solidFill>
              </a:defRPr>
            </a:lvl1pPr>
            <a:lvl2pPr marL="0" indent="0">
              <a:lnSpc>
                <a:spcPct val="110000"/>
              </a:lnSpc>
              <a:buFontTx/>
              <a:buNone/>
              <a:tabLst/>
              <a:defRPr sz="1600">
                <a:solidFill>
                  <a:srgbClr val="63666A"/>
                </a:solidFill>
              </a:defRPr>
            </a:lvl2pPr>
            <a:lvl3pPr marL="349250" indent="-169863">
              <a:lnSpc>
                <a:spcPct val="110000"/>
              </a:lnSpc>
              <a:buFont typeface="Arial" panose="020B0604020202020204" pitchFamily="34" charset="0"/>
              <a:buChar char="•"/>
              <a:tabLst/>
              <a:defRPr sz="1600">
                <a:solidFill>
                  <a:srgbClr val="63666A"/>
                </a:solidFill>
              </a:defRPr>
            </a:lvl3pPr>
            <a:lvl4pPr marL="520700" indent="-173038">
              <a:lnSpc>
                <a:spcPct val="110000"/>
              </a:lnSpc>
              <a:buFont typeface="System Font Regular"/>
              <a:buChar char="–"/>
              <a:tabLst/>
              <a:defRPr sz="1600">
                <a:solidFill>
                  <a:srgbClr val="63666A"/>
                </a:solidFill>
              </a:defRPr>
            </a:lvl4pPr>
            <a:lvl5pPr marL="693738" indent="-174625">
              <a:lnSpc>
                <a:spcPct val="110000"/>
              </a:lnSpc>
              <a:buFont typeface="Arial" panose="020B0604020202020204" pitchFamily="34" charset="0"/>
              <a:buChar char="•"/>
              <a:tabLst/>
              <a:defRPr sz="1600">
                <a:solidFill>
                  <a:srgbClr val="63666A"/>
                </a:solidFill>
              </a:defRPr>
            </a:lvl5pPr>
            <a:lvl6pPr marL="868363" indent="-176213">
              <a:lnSpc>
                <a:spcPct val="110000"/>
              </a:lnSpc>
              <a:buFont typeface="System Font Regular"/>
              <a:buChar char="–"/>
              <a:tabLst/>
              <a:defRPr sz="1600">
                <a:solidFill>
                  <a:srgbClr val="63666A"/>
                </a:solidFill>
              </a:defRPr>
            </a:lvl6pPr>
          </a:lstStyle>
          <a:p>
            <a:pPr lvl="0"/>
            <a:r>
              <a:rPr lang="en-US" dirty="0"/>
              <a:t>Title in preset 16pt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p:txBody>
      </p:sp>
      <p:sp>
        <p:nvSpPr>
          <p:cNvPr id="12" name="Text Placeholder 5">
            <a:extLst>
              <a:ext uri="{FF2B5EF4-FFF2-40B4-BE49-F238E27FC236}">
                <a16:creationId xmlns:a16="http://schemas.microsoft.com/office/drawing/2014/main" id="{DC8886A5-0D6C-9B44-AC3B-88B8128862CE}"/>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40424692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layout w/image 1">
    <p:spTree>
      <p:nvGrpSpPr>
        <p:cNvPr id="1" name=""/>
        <p:cNvGrpSpPr/>
        <p:nvPr/>
      </p:nvGrpSpPr>
      <p:grpSpPr>
        <a:xfrm>
          <a:off x="0" y="0"/>
          <a:ext cx="0" cy="0"/>
          <a:chOff x="0" y="0"/>
          <a:chExt cx="0" cy="0"/>
        </a:xfrm>
      </p:grpSpPr>
      <p:sp>
        <p:nvSpPr>
          <p:cNvPr id="11" name="Text Placeholder 6">
            <a:extLst>
              <a:ext uri="{FF2B5EF4-FFF2-40B4-BE49-F238E27FC236}">
                <a16:creationId xmlns:a16="http://schemas.microsoft.com/office/drawing/2014/main" id="{8C3C780E-571F-3243-B46B-ACDCD512A9AA}"/>
              </a:ext>
            </a:extLst>
          </p:cNvPr>
          <p:cNvSpPr>
            <a:spLocks noGrp="1"/>
          </p:cNvSpPr>
          <p:nvPr>
            <p:ph type="body" sz="quarter" idx="26" hasCustomPrompt="1"/>
          </p:nvPr>
        </p:nvSpPr>
        <p:spPr>
          <a:xfrm>
            <a:off x="457199" y="2011680"/>
            <a:ext cx="7470949" cy="3649755"/>
          </a:xfrm>
        </p:spPr>
        <p:txBody>
          <a:bodyPr/>
          <a:lstStyle>
            <a:lvl1pPr>
              <a:lnSpc>
                <a:spcPct val="110000"/>
              </a:lnSpc>
              <a:spcBef>
                <a:spcPts val="500"/>
              </a:spcBef>
              <a:defRPr sz="1600" b="0">
                <a:solidFill>
                  <a:srgbClr val="63666A"/>
                </a:solidFill>
              </a:defRPr>
            </a:lvl1pPr>
            <a:lvl2pPr marL="0" indent="0">
              <a:lnSpc>
                <a:spcPct val="10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
        <p:nvSpPr>
          <p:cNvPr id="4" name="Picture Placeholder 3">
            <a:extLst>
              <a:ext uri="{FF2B5EF4-FFF2-40B4-BE49-F238E27FC236}">
                <a16:creationId xmlns:a16="http://schemas.microsoft.com/office/drawing/2014/main" id="{0911BB0F-C422-F441-B143-68041FAA19D3}"/>
              </a:ext>
            </a:extLst>
          </p:cNvPr>
          <p:cNvSpPr>
            <a:spLocks noGrp="1"/>
          </p:cNvSpPr>
          <p:nvPr>
            <p:ph type="pic" sz="quarter" idx="25" hasCustomPrompt="1"/>
          </p:nvPr>
        </p:nvSpPr>
        <p:spPr>
          <a:xfrm>
            <a:off x="8302625" y="0"/>
            <a:ext cx="3889375" cy="6858000"/>
          </a:xfrm>
        </p:spPr>
        <p:txBody>
          <a:bodyPr anchor="ctr">
            <a:normAutofit/>
          </a:bodyPr>
          <a:lstStyle>
            <a:lvl1pPr algn="ctr">
              <a:defRPr sz="20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5804AD91-C429-704C-9423-71DB04F48281}"/>
              </a:ext>
            </a:extLst>
          </p:cNvPr>
          <p:cNvSpPr>
            <a:spLocks noGrp="1"/>
          </p:cNvSpPr>
          <p:nvPr>
            <p:ph type="title" hasCustomPrompt="1"/>
          </p:nvPr>
        </p:nvSpPr>
        <p:spPr>
          <a:xfrm>
            <a:off x="457200" y="457200"/>
            <a:ext cx="7470949" cy="897127"/>
          </a:xfrm>
        </p:spPr>
        <p:txBody>
          <a:bodyPr/>
          <a:lstStyle>
            <a:lvl1pPr>
              <a:defRPr>
                <a:solidFill>
                  <a:srgbClr val="1D4F91"/>
                </a:solidFill>
              </a:defRPr>
            </a:lvl1pPr>
          </a:lstStyle>
          <a:p>
            <a:r>
              <a:rPr lang="en-US" dirty="0"/>
              <a:t>Headline preset in 32pt bolded for emphasis</a:t>
            </a:r>
          </a:p>
        </p:txBody>
      </p:sp>
      <p:sp>
        <p:nvSpPr>
          <p:cNvPr id="7" name="Footer Placeholder 6">
            <a:extLst>
              <a:ext uri="{FF2B5EF4-FFF2-40B4-BE49-F238E27FC236}">
                <a16:creationId xmlns:a16="http://schemas.microsoft.com/office/drawing/2014/main" id="{C8A59E2B-76E0-5047-B0D0-8092E11D168F}"/>
              </a:ext>
            </a:extLst>
          </p:cNvPr>
          <p:cNvSpPr>
            <a:spLocks noGrp="1"/>
          </p:cNvSpPr>
          <p:nvPr>
            <p:ph type="ftr" sz="quarter" idx="21"/>
          </p:nvPr>
        </p:nvSpPr>
        <p:spPr/>
        <p:txBody>
          <a:bodyPr/>
          <a:lstStyle>
            <a:lvl1pPr>
              <a:defRPr>
                <a:solidFill>
                  <a:srgbClr val="63666A"/>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2" name="Text Placeholder 5">
            <a:extLst>
              <a:ext uri="{FF2B5EF4-FFF2-40B4-BE49-F238E27FC236}">
                <a16:creationId xmlns:a16="http://schemas.microsoft.com/office/drawing/2014/main" id="{DC8886A5-0D6C-9B44-AC3B-88B8128862CE}"/>
              </a:ext>
            </a:extLst>
          </p:cNvPr>
          <p:cNvSpPr>
            <a:spLocks noGrp="1"/>
          </p:cNvSpPr>
          <p:nvPr>
            <p:ph type="body" sz="quarter" idx="24" hasCustomPrompt="1"/>
          </p:nvPr>
        </p:nvSpPr>
        <p:spPr>
          <a:xfrm>
            <a:off x="457200" y="1384472"/>
            <a:ext cx="7470949"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39410195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layout w/image 2">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911BB0F-C422-F441-B143-68041FAA19D3}"/>
              </a:ext>
            </a:extLst>
          </p:cNvPr>
          <p:cNvSpPr>
            <a:spLocks noGrp="1"/>
          </p:cNvSpPr>
          <p:nvPr>
            <p:ph type="pic" sz="quarter" idx="25" hasCustomPrompt="1"/>
          </p:nvPr>
        </p:nvSpPr>
        <p:spPr>
          <a:xfrm>
            <a:off x="6096001" y="0"/>
            <a:ext cx="6096000" cy="6858000"/>
          </a:xfrm>
        </p:spPr>
        <p:txBody>
          <a:bodyPr anchor="ctr">
            <a:normAutofit/>
          </a:bodyPr>
          <a:lstStyle>
            <a:lvl1pPr algn="ctr">
              <a:defRPr sz="20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5804AD91-C429-704C-9423-71DB04F48281}"/>
              </a:ext>
            </a:extLst>
          </p:cNvPr>
          <p:cNvSpPr>
            <a:spLocks noGrp="1"/>
          </p:cNvSpPr>
          <p:nvPr>
            <p:ph type="title" hasCustomPrompt="1"/>
          </p:nvPr>
        </p:nvSpPr>
        <p:spPr>
          <a:xfrm>
            <a:off x="457200" y="457200"/>
            <a:ext cx="5290457" cy="897127"/>
          </a:xfrm>
        </p:spPr>
        <p:txBody>
          <a:bodyPr/>
          <a:lstStyle>
            <a:lvl1pPr>
              <a:defRPr>
                <a:solidFill>
                  <a:srgbClr val="1D4F91"/>
                </a:solidFill>
              </a:defRPr>
            </a:lvl1pPr>
          </a:lstStyle>
          <a:p>
            <a:r>
              <a:rPr lang="en-US" dirty="0"/>
              <a:t>Headline preset in 32pt bolded for emphasis</a:t>
            </a:r>
          </a:p>
        </p:txBody>
      </p:sp>
      <p:sp>
        <p:nvSpPr>
          <p:cNvPr id="7" name="Footer Placeholder 6">
            <a:extLst>
              <a:ext uri="{FF2B5EF4-FFF2-40B4-BE49-F238E27FC236}">
                <a16:creationId xmlns:a16="http://schemas.microsoft.com/office/drawing/2014/main" id="{C8A59E2B-76E0-5047-B0D0-8092E11D168F}"/>
              </a:ext>
            </a:extLst>
          </p:cNvPr>
          <p:cNvSpPr>
            <a:spLocks noGrp="1"/>
          </p:cNvSpPr>
          <p:nvPr>
            <p:ph type="ftr" sz="quarter" idx="21"/>
          </p:nvPr>
        </p:nvSpPr>
        <p:spPr/>
        <p:txBody>
          <a:bodyPr/>
          <a:lstStyle>
            <a:lvl1pPr>
              <a:defRPr>
                <a:solidFill>
                  <a:srgbClr val="63666A"/>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9" name="Text Placeholder 8">
            <a:extLst>
              <a:ext uri="{FF2B5EF4-FFF2-40B4-BE49-F238E27FC236}">
                <a16:creationId xmlns:a16="http://schemas.microsoft.com/office/drawing/2014/main" id="{4F537321-ADAB-0942-B771-E7DAB19FA401}"/>
              </a:ext>
            </a:extLst>
          </p:cNvPr>
          <p:cNvSpPr>
            <a:spLocks noGrp="1"/>
          </p:cNvSpPr>
          <p:nvPr>
            <p:ph type="body" sz="quarter" idx="22" hasCustomPrompt="1"/>
          </p:nvPr>
        </p:nvSpPr>
        <p:spPr>
          <a:xfrm>
            <a:off x="457200" y="2011680"/>
            <a:ext cx="5290457" cy="3365500"/>
          </a:xfrm>
        </p:spPr>
        <p:txBody>
          <a:bodyPr>
            <a:noAutofit/>
          </a:bodyPr>
          <a:lstStyle>
            <a:lvl1pPr>
              <a:lnSpc>
                <a:spcPct val="100000"/>
              </a:lnSpc>
              <a:spcBef>
                <a:spcPts val="2200"/>
              </a:spcBef>
              <a:defRPr sz="1800" b="1">
                <a:solidFill>
                  <a:srgbClr val="1D4F91"/>
                </a:solidFill>
              </a:defRPr>
            </a:lvl1pPr>
            <a:lvl2pPr marL="0" indent="0">
              <a:lnSpc>
                <a:spcPct val="110000"/>
              </a:lnSpc>
              <a:buFontTx/>
              <a:buNone/>
              <a:tabLst/>
              <a:defRPr sz="1600">
                <a:solidFill>
                  <a:srgbClr val="63666A"/>
                </a:solidFill>
              </a:defRPr>
            </a:lvl2pPr>
            <a:lvl3pPr marL="347472" indent="-173736">
              <a:lnSpc>
                <a:spcPct val="110000"/>
              </a:lnSpc>
              <a:buFont typeface="Arial" panose="020B0604020202020204" pitchFamily="34" charset="0"/>
              <a:buChar char="•"/>
              <a:tabLst/>
              <a:defRPr sz="1600">
                <a:solidFill>
                  <a:srgbClr val="63666A"/>
                </a:solidFill>
              </a:defRPr>
            </a:lvl3pPr>
            <a:lvl4pPr marL="521208" indent="-173736">
              <a:lnSpc>
                <a:spcPct val="110000"/>
              </a:lnSpc>
              <a:buFont typeface="System Font Regular"/>
              <a:buChar char="–"/>
              <a:tabLst/>
              <a:defRPr sz="1600">
                <a:solidFill>
                  <a:srgbClr val="63666A"/>
                </a:solidFill>
              </a:defRPr>
            </a:lvl4pPr>
            <a:lvl5pPr marL="694944" indent="-173736">
              <a:lnSpc>
                <a:spcPct val="110000"/>
              </a:lnSpc>
              <a:buFont typeface="Arial" panose="020B0604020202020204" pitchFamily="34" charset="0"/>
              <a:buChar char="•"/>
              <a:tabLst/>
              <a:defRPr sz="1600">
                <a:solidFill>
                  <a:srgbClr val="63666A"/>
                </a:solidFill>
              </a:defRPr>
            </a:lvl5pPr>
            <a:lvl6pPr marL="868680" indent="-176213">
              <a:lnSpc>
                <a:spcPct val="110000"/>
              </a:lnSpc>
              <a:buFont typeface="System Font Regular"/>
              <a:buChar char="–"/>
              <a:tabLst/>
              <a:defRPr sz="1600">
                <a:solidFill>
                  <a:srgbClr val="63666A"/>
                </a:solidFill>
              </a:defRPr>
            </a:lvl6pPr>
          </a:lstStyle>
          <a:p>
            <a:pPr lvl="1"/>
            <a:r>
              <a:rPr lang="en-US" dirty="0"/>
              <a:t>First item</a:t>
            </a:r>
          </a:p>
          <a:p>
            <a:pPr lvl="2"/>
            <a:r>
              <a:rPr lang="en-US" dirty="0"/>
              <a:t>Second level</a:t>
            </a:r>
          </a:p>
          <a:p>
            <a:pPr lvl="3"/>
            <a:r>
              <a:rPr lang="en-US" dirty="0"/>
              <a:t>Third level</a:t>
            </a:r>
          </a:p>
          <a:p>
            <a:pPr lvl="4"/>
            <a:r>
              <a:rPr lang="en-US" dirty="0"/>
              <a:t>Fourth level</a:t>
            </a:r>
          </a:p>
          <a:p>
            <a:pPr lvl="5"/>
            <a:r>
              <a:rPr lang="en-US" dirty="0"/>
              <a:t>Fifth level</a:t>
            </a:r>
          </a:p>
        </p:txBody>
      </p:sp>
      <p:sp>
        <p:nvSpPr>
          <p:cNvPr id="12" name="Text Placeholder 5">
            <a:extLst>
              <a:ext uri="{FF2B5EF4-FFF2-40B4-BE49-F238E27FC236}">
                <a16:creationId xmlns:a16="http://schemas.microsoft.com/office/drawing/2014/main" id="{DC8886A5-0D6C-9B44-AC3B-88B8128862CE}"/>
              </a:ext>
            </a:extLst>
          </p:cNvPr>
          <p:cNvSpPr>
            <a:spLocks noGrp="1"/>
          </p:cNvSpPr>
          <p:nvPr>
            <p:ph type="body" sz="quarter" idx="24" hasCustomPrompt="1"/>
          </p:nvPr>
        </p:nvSpPr>
        <p:spPr>
          <a:xfrm>
            <a:off x="457200" y="1384472"/>
            <a:ext cx="5290457"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39418839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layout w/image 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911BB0F-C422-F441-B143-68041FAA19D3}"/>
              </a:ext>
            </a:extLst>
          </p:cNvPr>
          <p:cNvSpPr>
            <a:spLocks noGrp="1"/>
          </p:cNvSpPr>
          <p:nvPr>
            <p:ph type="pic" sz="quarter" idx="25" hasCustomPrompt="1"/>
          </p:nvPr>
        </p:nvSpPr>
        <p:spPr>
          <a:xfrm>
            <a:off x="4572000" y="0"/>
            <a:ext cx="7620001" cy="6858000"/>
          </a:xfrm>
        </p:spPr>
        <p:txBody>
          <a:bodyPr anchor="ctr">
            <a:normAutofit/>
          </a:bodyPr>
          <a:lstStyle>
            <a:lvl1pPr algn="ctr">
              <a:defRPr sz="20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5804AD91-C429-704C-9423-71DB04F48281}"/>
              </a:ext>
            </a:extLst>
          </p:cNvPr>
          <p:cNvSpPr>
            <a:spLocks noGrp="1"/>
          </p:cNvSpPr>
          <p:nvPr>
            <p:ph type="title" hasCustomPrompt="1"/>
          </p:nvPr>
        </p:nvSpPr>
        <p:spPr>
          <a:xfrm>
            <a:off x="457200" y="457200"/>
            <a:ext cx="3793253" cy="897127"/>
          </a:xfrm>
        </p:spPr>
        <p:txBody>
          <a:bodyPr/>
          <a:lstStyle>
            <a:lvl1pPr>
              <a:defRPr>
                <a:solidFill>
                  <a:srgbClr val="1D4F91"/>
                </a:solidFill>
              </a:defRPr>
            </a:lvl1pPr>
          </a:lstStyle>
          <a:p>
            <a:r>
              <a:rPr lang="en-US" dirty="0"/>
              <a:t>Headline preset in 32pt bolded for emphasis</a:t>
            </a:r>
          </a:p>
        </p:txBody>
      </p:sp>
      <p:sp>
        <p:nvSpPr>
          <p:cNvPr id="7" name="Footer Placeholder 6">
            <a:extLst>
              <a:ext uri="{FF2B5EF4-FFF2-40B4-BE49-F238E27FC236}">
                <a16:creationId xmlns:a16="http://schemas.microsoft.com/office/drawing/2014/main" id="{C8A59E2B-76E0-5047-B0D0-8092E11D168F}"/>
              </a:ext>
            </a:extLst>
          </p:cNvPr>
          <p:cNvSpPr>
            <a:spLocks noGrp="1"/>
          </p:cNvSpPr>
          <p:nvPr>
            <p:ph type="ftr" sz="quarter" idx="21"/>
          </p:nvPr>
        </p:nvSpPr>
        <p:spPr/>
        <p:txBody>
          <a:bodyPr/>
          <a:lstStyle>
            <a:lvl1pPr>
              <a:defRPr>
                <a:solidFill>
                  <a:srgbClr val="63666A"/>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0" name="Text Placeholder 6">
            <a:extLst>
              <a:ext uri="{FF2B5EF4-FFF2-40B4-BE49-F238E27FC236}">
                <a16:creationId xmlns:a16="http://schemas.microsoft.com/office/drawing/2014/main" id="{14F98F81-97C2-3A43-BFA8-1865B709A0E6}"/>
              </a:ext>
            </a:extLst>
          </p:cNvPr>
          <p:cNvSpPr>
            <a:spLocks noGrp="1"/>
          </p:cNvSpPr>
          <p:nvPr>
            <p:ph type="body" sz="quarter" idx="26" hasCustomPrompt="1"/>
          </p:nvPr>
        </p:nvSpPr>
        <p:spPr>
          <a:xfrm>
            <a:off x="457200" y="2011680"/>
            <a:ext cx="3598985"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Tree>
    <p:extLst>
      <p:ext uri="{BB962C8B-B14F-4D97-AF65-F5344CB8AC3E}">
        <p14:creationId xmlns:p14="http://schemas.microsoft.com/office/powerpoint/2010/main" val="26448322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ight Content layout w/image 2">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911BB0F-C422-F441-B143-68041FAA19D3}"/>
              </a:ext>
            </a:extLst>
          </p:cNvPr>
          <p:cNvSpPr>
            <a:spLocks noGrp="1"/>
          </p:cNvSpPr>
          <p:nvPr>
            <p:ph type="pic" sz="quarter" idx="25" hasCustomPrompt="1"/>
          </p:nvPr>
        </p:nvSpPr>
        <p:spPr>
          <a:xfrm>
            <a:off x="0" y="0"/>
            <a:ext cx="6096000" cy="6858000"/>
          </a:xfrm>
        </p:spPr>
        <p:txBody>
          <a:bodyPr anchor="ctr">
            <a:normAutofit/>
          </a:bodyPr>
          <a:lstStyle>
            <a:lvl1pPr algn="ctr">
              <a:defRPr sz="20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5804AD91-C429-704C-9423-71DB04F48281}"/>
              </a:ext>
            </a:extLst>
          </p:cNvPr>
          <p:cNvSpPr>
            <a:spLocks noGrp="1"/>
          </p:cNvSpPr>
          <p:nvPr>
            <p:ph type="title" hasCustomPrompt="1"/>
          </p:nvPr>
        </p:nvSpPr>
        <p:spPr>
          <a:xfrm>
            <a:off x="6496259" y="457200"/>
            <a:ext cx="5290457" cy="897127"/>
          </a:xfrm>
        </p:spPr>
        <p:txBody>
          <a:bodyPr/>
          <a:lstStyle>
            <a:lvl1pPr>
              <a:defRPr>
                <a:solidFill>
                  <a:srgbClr val="1D4F91"/>
                </a:solidFill>
              </a:defRPr>
            </a:lvl1pPr>
          </a:lstStyle>
          <a:p>
            <a:r>
              <a:rPr lang="en-US" dirty="0"/>
              <a:t>Headline preset in 32pt bolded for emphasis</a:t>
            </a:r>
          </a:p>
        </p:txBody>
      </p:sp>
      <p:sp>
        <p:nvSpPr>
          <p:cNvPr id="7" name="Footer Placeholder 6">
            <a:extLst>
              <a:ext uri="{FF2B5EF4-FFF2-40B4-BE49-F238E27FC236}">
                <a16:creationId xmlns:a16="http://schemas.microsoft.com/office/drawing/2014/main" id="{C8A59E2B-76E0-5047-B0D0-8092E11D168F}"/>
              </a:ext>
            </a:extLst>
          </p:cNvPr>
          <p:cNvSpPr>
            <a:spLocks noGrp="1"/>
          </p:cNvSpPr>
          <p:nvPr>
            <p:ph type="ftr" sz="quarter" idx="21"/>
          </p:nvPr>
        </p:nvSpPr>
        <p:spPr/>
        <p:txBody>
          <a:bodyPr/>
          <a:lstStyle>
            <a:lvl1pPr>
              <a:defRPr>
                <a:solidFill>
                  <a:srgbClr val="63666A"/>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9" name="Text Placeholder 8">
            <a:extLst>
              <a:ext uri="{FF2B5EF4-FFF2-40B4-BE49-F238E27FC236}">
                <a16:creationId xmlns:a16="http://schemas.microsoft.com/office/drawing/2014/main" id="{4F537321-ADAB-0942-B771-E7DAB19FA401}"/>
              </a:ext>
            </a:extLst>
          </p:cNvPr>
          <p:cNvSpPr>
            <a:spLocks noGrp="1"/>
          </p:cNvSpPr>
          <p:nvPr>
            <p:ph type="body" sz="quarter" idx="22" hasCustomPrompt="1"/>
          </p:nvPr>
        </p:nvSpPr>
        <p:spPr>
          <a:xfrm>
            <a:off x="6496259" y="3637108"/>
            <a:ext cx="5290457" cy="1740072"/>
          </a:xfrm>
        </p:spPr>
        <p:txBody>
          <a:bodyPr>
            <a:noAutofit/>
          </a:bodyPr>
          <a:lstStyle>
            <a:lvl1pPr>
              <a:lnSpc>
                <a:spcPct val="100000"/>
              </a:lnSpc>
              <a:spcBef>
                <a:spcPts val="2200"/>
              </a:spcBef>
              <a:defRPr sz="1800" b="1">
                <a:solidFill>
                  <a:srgbClr val="1D4F91"/>
                </a:solidFill>
              </a:defRPr>
            </a:lvl1pPr>
            <a:lvl2pPr marL="0" indent="0">
              <a:lnSpc>
                <a:spcPct val="110000"/>
              </a:lnSpc>
              <a:buFontTx/>
              <a:buNone/>
              <a:tabLst/>
              <a:defRPr sz="1600">
                <a:solidFill>
                  <a:srgbClr val="63666A"/>
                </a:solidFill>
              </a:defRPr>
            </a:lvl2pPr>
            <a:lvl3pPr marL="346075" indent="-173038">
              <a:lnSpc>
                <a:spcPct val="110000"/>
              </a:lnSpc>
              <a:buFont typeface="Arial" panose="020B0604020202020204" pitchFamily="34" charset="0"/>
              <a:buChar char="•"/>
              <a:tabLst/>
              <a:defRPr sz="1600">
                <a:solidFill>
                  <a:srgbClr val="63666A"/>
                </a:solidFill>
              </a:defRPr>
            </a:lvl3pPr>
            <a:lvl4pPr marL="521208" indent="-173736">
              <a:lnSpc>
                <a:spcPct val="110000"/>
              </a:lnSpc>
              <a:buFont typeface="System Font Regular"/>
              <a:buChar char="–"/>
              <a:tabLst/>
              <a:defRPr sz="1600">
                <a:solidFill>
                  <a:srgbClr val="63666A"/>
                </a:solidFill>
              </a:defRPr>
            </a:lvl4pPr>
            <a:lvl5pPr marL="694944" indent="-173736">
              <a:lnSpc>
                <a:spcPct val="110000"/>
              </a:lnSpc>
              <a:buFont typeface="Arial" panose="020B0604020202020204" pitchFamily="34" charset="0"/>
              <a:buChar char="•"/>
              <a:tabLst/>
              <a:defRPr sz="1600">
                <a:solidFill>
                  <a:srgbClr val="63666A"/>
                </a:solidFill>
              </a:defRPr>
            </a:lvl5pPr>
            <a:lvl6pPr marL="868363" indent="-176213">
              <a:lnSpc>
                <a:spcPct val="110000"/>
              </a:lnSpc>
              <a:buFont typeface="System Font Regular"/>
              <a:buChar char="–"/>
              <a:tabLst/>
              <a:defRPr sz="1600">
                <a:solidFill>
                  <a:srgbClr val="63666A"/>
                </a:solidFill>
              </a:defRPr>
            </a:lvl6pPr>
          </a:lstStyle>
          <a:p>
            <a:pPr lvl="1"/>
            <a:r>
              <a:rPr lang="en-US" dirty="0"/>
              <a:t>First item</a:t>
            </a:r>
          </a:p>
          <a:p>
            <a:pPr lvl="2"/>
            <a:r>
              <a:rPr lang="en-US" dirty="0"/>
              <a:t>Second level</a:t>
            </a:r>
          </a:p>
          <a:p>
            <a:pPr lvl="3"/>
            <a:r>
              <a:rPr lang="en-US" dirty="0"/>
              <a:t>Third level</a:t>
            </a:r>
          </a:p>
          <a:p>
            <a:pPr lvl="4"/>
            <a:r>
              <a:rPr lang="en-US" dirty="0"/>
              <a:t>Fourth level</a:t>
            </a:r>
          </a:p>
          <a:p>
            <a:pPr lvl="5"/>
            <a:r>
              <a:rPr lang="en-US" dirty="0"/>
              <a:t>Fifth level</a:t>
            </a:r>
          </a:p>
        </p:txBody>
      </p:sp>
      <p:sp>
        <p:nvSpPr>
          <p:cNvPr id="12" name="Text Placeholder 5">
            <a:extLst>
              <a:ext uri="{FF2B5EF4-FFF2-40B4-BE49-F238E27FC236}">
                <a16:creationId xmlns:a16="http://schemas.microsoft.com/office/drawing/2014/main" id="{DC8886A5-0D6C-9B44-AC3B-88B8128862CE}"/>
              </a:ext>
            </a:extLst>
          </p:cNvPr>
          <p:cNvSpPr>
            <a:spLocks noGrp="1"/>
          </p:cNvSpPr>
          <p:nvPr>
            <p:ph type="body" sz="quarter" idx="24" hasCustomPrompt="1"/>
          </p:nvPr>
        </p:nvSpPr>
        <p:spPr>
          <a:xfrm>
            <a:off x="6496259" y="1384472"/>
            <a:ext cx="5290457"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8" name="Picture Placeholder 4">
            <a:extLst>
              <a:ext uri="{FF2B5EF4-FFF2-40B4-BE49-F238E27FC236}">
                <a16:creationId xmlns:a16="http://schemas.microsoft.com/office/drawing/2014/main" id="{5DFDDE22-94EA-B348-B247-B9B0EB13A689}"/>
              </a:ext>
            </a:extLst>
          </p:cNvPr>
          <p:cNvSpPr>
            <a:spLocks noGrp="1"/>
          </p:cNvSpPr>
          <p:nvPr>
            <p:ph type="pic" sz="quarter" idx="26" hasCustomPrompt="1"/>
          </p:nvPr>
        </p:nvSpPr>
        <p:spPr>
          <a:xfrm>
            <a:off x="6496259" y="2011680"/>
            <a:ext cx="1259840" cy="1417320"/>
          </a:xfrm>
        </p:spPr>
        <p:txBody>
          <a:bodyPr anchor="ctr"/>
          <a:lstStyle>
            <a:lvl1pPr algn="ctr">
              <a:defRPr sz="1200" b="1">
                <a:solidFill>
                  <a:srgbClr val="E63888"/>
                </a:solidFill>
              </a:defRPr>
            </a:lvl1pPr>
          </a:lstStyle>
          <a:p>
            <a:r>
              <a:rPr lang="en-US"/>
              <a:t>Insert image here</a:t>
            </a:r>
          </a:p>
        </p:txBody>
      </p:sp>
    </p:spTree>
    <p:extLst>
      <p:ext uri="{BB962C8B-B14F-4D97-AF65-F5344CB8AC3E}">
        <p14:creationId xmlns:p14="http://schemas.microsoft.com/office/powerpoint/2010/main" val="41267816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ight Content layout w/image 3">
    <p:spTree>
      <p:nvGrpSpPr>
        <p:cNvPr id="1" name=""/>
        <p:cNvGrpSpPr/>
        <p:nvPr/>
      </p:nvGrpSpPr>
      <p:grpSpPr>
        <a:xfrm>
          <a:off x="0" y="0"/>
          <a:ext cx="0" cy="0"/>
          <a:chOff x="0" y="0"/>
          <a:chExt cx="0" cy="0"/>
        </a:xfrm>
      </p:grpSpPr>
      <p:pic>
        <p:nvPicPr>
          <p:cNvPr id="3" name="Picture 2" descr="A picture containing drawing&#10;&#10;Description automatically generated">
            <a:extLst>
              <a:ext uri="{FF2B5EF4-FFF2-40B4-BE49-F238E27FC236}">
                <a16:creationId xmlns:a16="http://schemas.microsoft.com/office/drawing/2014/main" id="{D4DE6D2A-50F7-2549-ABB0-6D1887DC24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857"/>
            <a:ext cx="12192000" cy="6857143"/>
          </a:xfrm>
          <a:prstGeom prst="rect">
            <a:avLst/>
          </a:prstGeom>
        </p:spPr>
      </p:pic>
      <p:sp>
        <p:nvSpPr>
          <p:cNvPr id="5" name="Picture Placeholder 3">
            <a:extLst>
              <a:ext uri="{FF2B5EF4-FFF2-40B4-BE49-F238E27FC236}">
                <a16:creationId xmlns:a16="http://schemas.microsoft.com/office/drawing/2014/main" id="{DD9A7DE3-9425-A443-84FC-990F1894F589}"/>
              </a:ext>
            </a:extLst>
          </p:cNvPr>
          <p:cNvSpPr>
            <a:spLocks noGrp="1"/>
          </p:cNvSpPr>
          <p:nvPr>
            <p:ph type="pic" sz="quarter" idx="20" hasCustomPrompt="1"/>
          </p:nvPr>
        </p:nvSpPr>
        <p:spPr>
          <a:xfrm>
            <a:off x="1004648" y="2514600"/>
            <a:ext cx="2562704" cy="2568575"/>
          </a:xfrm>
        </p:spPr>
        <p:txBody>
          <a:bodyPr anchor="ctr">
            <a:normAutofit/>
          </a:bodyPr>
          <a:lstStyle>
            <a:lvl1pPr algn="ctr">
              <a:defRPr sz="20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5804AD91-C429-704C-9423-71DB04F48281}"/>
              </a:ext>
            </a:extLst>
          </p:cNvPr>
          <p:cNvSpPr>
            <a:spLocks noGrp="1"/>
          </p:cNvSpPr>
          <p:nvPr>
            <p:ph type="title" hasCustomPrompt="1"/>
          </p:nvPr>
        </p:nvSpPr>
        <p:spPr/>
        <p:txBody>
          <a:bodyPr/>
          <a:lstStyle>
            <a:lvl1pPr>
              <a:defRPr>
                <a:solidFill>
                  <a:schemeClr val="bg1"/>
                </a:solidFill>
              </a:defRPr>
            </a:lvl1pPr>
          </a:lstStyle>
          <a:p>
            <a:r>
              <a:rPr lang="en-US" dirty="0"/>
              <a:t>Headline preset in 32pt bolded for emphasis</a:t>
            </a:r>
          </a:p>
        </p:txBody>
      </p:sp>
      <p:sp>
        <p:nvSpPr>
          <p:cNvPr id="7" name="Footer Placeholder 6">
            <a:extLst>
              <a:ext uri="{FF2B5EF4-FFF2-40B4-BE49-F238E27FC236}">
                <a16:creationId xmlns:a16="http://schemas.microsoft.com/office/drawing/2014/main" id="{C8A59E2B-76E0-5047-B0D0-8092E11D168F}"/>
              </a:ext>
            </a:extLst>
          </p:cNvPr>
          <p:cNvSpPr>
            <a:spLocks noGrp="1"/>
          </p:cNvSpPr>
          <p:nvPr>
            <p:ph type="ftr" sz="quarter" idx="21"/>
          </p:nvPr>
        </p:nvSpPr>
        <p:spPr/>
        <p:txBody>
          <a:bodyPr/>
          <a:lstStyle>
            <a:lvl1pPr>
              <a:defRPr>
                <a:solidFill>
                  <a:schemeClr val="bg1"/>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9" name="Text Placeholder 8">
            <a:extLst>
              <a:ext uri="{FF2B5EF4-FFF2-40B4-BE49-F238E27FC236}">
                <a16:creationId xmlns:a16="http://schemas.microsoft.com/office/drawing/2014/main" id="{4F537321-ADAB-0942-B771-E7DAB19FA401}"/>
              </a:ext>
            </a:extLst>
          </p:cNvPr>
          <p:cNvSpPr>
            <a:spLocks noGrp="1"/>
          </p:cNvSpPr>
          <p:nvPr>
            <p:ph type="body" sz="quarter" idx="22" hasCustomPrompt="1"/>
          </p:nvPr>
        </p:nvSpPr>
        <p:spPr>
          <a:xfrm>
            <a:off x="4572000" y="2011680"/>
            <a:ext cx="7159625" cy="3365500"/>
          </a:xfrm>
        </p:spPr>
        <p:txBody>
          <a:bodyPr>
            <a:noAutofit/>
          </a:bodyPr>
          <a:lstStyle>
            <a:lvl1pPr>
              <a:lnSpc>
                <a:spcPct val="110000"/>
              </a:lnSpc>
              <a:spcBef>
                <a:spcPts val="2200"/>
              </a:spcBef>
              <a:defRPr sz="1800" b="1">
                <a:solidFill>
                  <a:schemeClr val="bg1"/>
                </a:solidFill>
              </a:defRPr>
            </a:lvl1pPr>
            <a:lvl2pPr marL="0" indent="0">
              <a:lnSpc>
                <a:spcPct val="110000"/>
              </a:lnSpc>
              <a:buFontTx/>
              <a:buNone/>
              <a:tabLst/>
              <a:defRPr sz="1800">
                <a:solidFill>
                  <a:schemeClr val="bg1"/>
                </a:solidFill>
              </a:defRPr>
            </a:lvl2pPr>
            <a:lvl3pPr marL="347472" indent="-173736">
              <a:lnSpc>
                <a:spcPct val="110000"/>
              </a:lnSpc>
              <a:buFont typeface="Arial" panose="020B0604020202020204" pitchFamily="34" charset="0"/>
              <a:buChar char="•"/>
              <a:tabLst/>
              <a:defRPr sz="1800">
                <a:solidFill>
                  <a:schemeClr val="bg1"/>
                </a:solidFill>
              </a:defRPr>
            </a:lvl3pPr>
            <a:lvl4pPr marL="523875" indent="-174625">
              <a:lnSpc>
                <a:spcPct val="110000"/>
              </a:lnSpc>
              <a:buFont typeface="System Font Regular"/>
              <a:buChar char="–"/>
              <a:tabLst/>
              <a:defRPr sz="1800">
                <a:solidFill>
                  <a:schemeClr val="bg1"/>
                </a:solidFill>
              </a:defRPr>
            </a:lvl4pPr>
            <a:lvl5pPr marL="694944" indent="-173736">
              <a:lnSpc>
                <a:spcPct val="110000"/>
              </a:lnSpc>
              <a:buFont typeface="Arial" panose="020B0604020202020204" pitchFamily="34" charset="0"/>
              <a:buChar char="•"/>
              <a:tabLst/>
              <a:defRPr sz="1800">
                <a:solidFill>
                  <a:schemeClr val="bg1"/>
                </a:solidFill>
              </a:defRPr>
            </a:lvl5pPr>
            <a:lvl6pPr marL="868680" indent="-173736">
              <a:buFont typeface="System Font Regular"/>
              <a:buChar char="–"/>
              <a:tabLst/>
              <a:defRPr>
                <a:solidFill>
                  <a:schemeClr val="bg1"/>
                </a:solidFill>
              </a:defRPr>
            </a:lvl6pPr>
          </a:lstStyle>
          <a:p>
            <a:pPr lvl="0"/>
            <a:r>
              <a:rPr lang="en-US" dirty="0"/>
              <a:t>Section title here in preset 18pt Arial Bold</a:t>
            </a:r>
          </a:p>
          <a:p>
            <a:pPr lvl="1"/>
            <a:r>
              <a:rPr lang="en-US" dirty="0"/>
              <a:t>First item</a:t>
            </a:r>
          </a:p>
          <a:p>
            <a:pPr lvl="2"/>
            <a:r>
              <a:rPr lang="en-US" dirty="0"/>
              <a:t>Second level</a:t>
            </a:r>
          </a:p>
          <a:p>
            <a:pPr lvl="3"/>
            <a:r>
              <a:rPr lang="en-US" dirty="0"/>
              <a:t>Third level</a:t>
            </a:r>
          </a:p>
          <a:p>
            <a:pPr lvl="4"/>
            <a:r>
              <a:rPr lang="en-US" dirty="0"/>
              <a:t>Fourth level</a:t>
            </a:r>
          </a:p>
          <a:p>
            <a:pPr lvl="5"/>
            <a:r>
              <a:rPr lang="en-US" dirty="0"/>
              <a:t>Fifth level</a:t>
            </a:r>
          </a:p>
        </p:txBody>
      </p:sp>
      <p:sp>
        <p:nvSpPr>
          <p:cNvPr id="8" name="Text Placeholder 5">
            <a:extLst>
              <a:ext uri="{FF2B5EF4-FFF2-40B4-BE49-F238E27FC236}">
                <a16:creationId xmlns:a16="http://schemas.microsoft.com/office/drawing/2014/main" id="{E668C007-A489-DA43-ADBD-5FFF3DB8F01E}"/>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chemeClr val="bg1"/>
                </a:solidFill>
              </a:defRPr>
            </a:lvl1pPr>
          </a:lstStyle>
          <a:p>
            <a:pPr lvl="0"/>
            <a:r>
              <a:rPr lang="en-US" dirty="0" err="1"/>
              <a:t>Subheadline</a:t>
            </a:r>
            <a:r>
              <a:rPr lang="en-US" dirty="0"/>
              <a:t> preset in 18pt, if required</a:t>
            </a:r>
          </a:p>
        </p:txBody>
      </p:sp>
      <p:pic>
        <p:nvPicPr>
          <p:cNvPr id="4" name="Picture 3">
            <a:extLst>
              <a:ext uri="{FF2B5EF4-FFF2-40B4-BE49-F238E27FC236}">
                <a16:creationId xmlns:a16="http://schemas.microsoft.com/office/drawing/2014/main" id="{01D8360D-20C0-D1D4-C7FA-2DC6EB9913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83950" y="5912138"/>
            <a:ext cx="600076" cy="739488"/>
          </a:xfrm>
          <a:prstGeom prst="rect">
            <a:avLst/>
          </a:prstGeom>
        </p:spPr>
      </p:pic>
    </p:spTree>
    <p:extLst>
      <p:ext uri="{BB962C8B-B14F-4D97-AF65-F5344CB8AC3E}">
        <p14:creationId xmlns:p14="http://schemas.microsoft.com/office/powerpoint/2010/main" val="9469471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blue squ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C1034-7B9F-5F4E-A15C-FEF7CC9B8CEB}"/>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FC74F9D5-E485-CE4C-AB9E-5238E345DDF3}"/>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7" name="Rectangle: Rounded Corners 2">
            <a:extLst>
              <a:ext uri="{FF2B5EF4-FFF2-40B4-BE49-F238E27FC236}">
                <a16:creationId xmlns:a16="http://schemas.microsoft.com/office/drawing/2014/main" id="{FE2064BE-9D91-044C-A306-8D2546CB8178}"/>
              </a:ext>
            </a:extLst>
          </p:cNvPr>
          <p:cNvSpPr/>
          <p:nvPr userDrawn="1"/>
        </p:nvSpPr>
        <p:spPr>
          <a:xfrm>
            <a:off x="838200" y="1828800"/>
            <a:ext cx="3074622" cy="2880360"/>
          </a:xfrm>
          <a:prstGeom prst="roundRect">
            <a:avLst/>
          </a:prstGeom>
          <a:gradFill>
            <a:gsLst>
              <a:gs pos="100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18">
            <a:extLst>
              <a:ext uri="{FF2B5EF4-FFF2-40B4-BE49-F238E27FC236}">
                <a16:creationId xmlns:a16="http://schemas.microsoft.com/office/drawing/2014/main" id="{FB4F7381-D7D8-1240-BC27-DC1045107845}"/>
              </a:ext>
            </a:extLst>
          </p:cNvPr>
          <p:cNvSpPr/>
          <p:nvPr userDrawn="1"/>
        </p:nvSpPr>
        <p:spPr>
          <a:xfrm>
            <a:off x="8274423" y="1828800"/>
            <a:ext cx="3074622" cy="2880360"/>
          </a:xfrm>
          <a:prstGeom prst="roundRect">
            <a:avLst/>
          </a:prstGeom>
          <a:gradFill>
            <a:gsLst>
              <a:gs pos="100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21">
            <a:extLst>
              <a:ext uri="{FF2B5EF4-FFF2-40B4-BE49-F238E27FC236}">
                <a16:creationId xmlns:a16="http://schemas.microsoft.com/office/drawing/2014/main" id="{38FBF58A-DA3E-6C43-BEF8-0B487B2F2136}"/>
              </a:ext>
            </a:extLst>
          </p:cNvPr>
          <p:cNvSpPr/>
          <p:nvPr userDrawn="1"/>
        </p:nvSpPr>
        <p:spPr>
          <a:xfrm>
            <a:off x="4558688" y="1828800"/>
            <a:ext cx="3074622" cy="2880360"/>
          </a:xfrm>
          <a:prstGeom prst="roundRect">
            <a:avLst/>
          </a:prstGeom>
          <a:gradFill>
            <a:gsLst>
              <a:gs pos="100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5">
            <a:extLst>
              <a:ext uri="{FF2B5EF4-FFF2-40B4-BE49-F238E27FC236}">
                <a16:creationId xmlns:a16="http://schemas.microsoft.com/office/drawing/2014/main" id="{008D11FF-18FF-6149-9F63-42BEE2B0F4FD}"/>
              </a:ext>
            </a:extLst>
          </p:cNvPr>
          <p:cNvSpPr>
            <a:spLocks noGrp="1"/>
          </p:cNvSpPr>
          <p:nvPr>
            <p:ph type="pic" sz="quarter" idx="26" hasCustomPrompt="1"/>
          </p:nvPr>
        </p:nvSpPr>
        <p:spPr>
          <a:xfrm>
            <a:off x="9144983" y="2478023"/>
            <a:ext cx="1333503" cy="1581915"/>
          </a:xfrm>
        </p:spPr>
        <p:txBody>
          <a:bodyPr anchor="ctr"/>
          <a:lstStyle>
            <a:lvl1pPr algn="ctr">
              <a:defRPr b="1">
                <a:solidFill>
                  <a:srgbClr val="E63888"/>
                </a:solidFill>
              </a:defRPr>
            </a:lvl1pPr>
          </a:lstStyle>
          <a:p>
            <a:r>
              <a:rPr lang="en-US"/>
              <a:t>Insert image here</a:t>
            </a:r>
          </a:p>
        </p:txBody>
      </p:sp>
      <p:sp>
        <p:nvSpPr>
          <p:cNvPr id="11" name="Picture Placeholder 5">
            <a:extLst>
              <a:ext uri="{FF2B5EF4-FFF2-40B4-BE49-F238E27FC236}">
                <a16:creationId xmlns:a16="http://schemas.microsoft.com/office/drawing/2014/main" id="{7195085E-786D-CC4E-85A3-5C51E39605C7}"/>
              </a:ext>
            </a:extLst>
          </p:cNvPr>
          <p:cNvSpPr>
            <a:spLocks noGrp="1"/>
          </p:cNvSpPr>
          <p:nvPr>
            <p:ph type="pic" sz="quarter" idx="27" hasCustomPrompt="1"/>
          </p:nvPr>
        </p:nvSpPr>
        <p:spPr>
          <a:xfrm>
            <a:off x="5429248" y="2478023"/>
            <a:ext cx="1333503" cy="1581915"/>
          </a:xfrm>
        </p:spPr>
        <p:txBody>
          <a:bodyPr anchor="ctr"/>
          <a:lstStyle>
            <a:lvl1pPr algn="ctr">
              <a:defRPr b="1">
                <a:solidFill>
                  <a:srgbClr val="E63888"/>
                </a:solidFill>
              </a:defRPr>
            </a:lvl1pPr>
          </a:lstStyle>
          <a:p>
            <a:r>
              <a:rPr lang="en-US"/>
              <a:t>Insert image here</a:t>
            </a:r>
          </a:p>
        </p:txBody>
      </p:sp>
      <p:sp>
        <p:nvSpPr>
          <p:cNvPr id="12" name="Picture Placeholder 5">
            <a:extLst>
              <a:ext uri="{FF2B5EF4-FFF2-40B4-BE49-F238E27FC236}">
                <a16:creationId xmlns:a16="http://schemas.microsoft.com/office/drawing/2014/main" id="{85587AC0-B329-8D4C-99E3-CE9C5F332921}"/>
              </a:ext>
            </a:extLst>
          </p:cNvPr>
          <p:cNvSpPr>
            <a:spLocks noGrp="1"/>
          </p:cNvSpPr>
          <p:nvPr>
            <p:ph type="pic" sz="quarter" idx="28" hasCustomPrompt="1"/>
          </p:nvPr>
        </p:nvSpPr>
        <p:spPr>
          <a:xfrm>
            <a:off x="1708760" y="2478023"/>
            <a:ext cx="1333503" cy="1581915"/>
          </a:xfrm>
        </p:spPr>
        <p:txBody>
          <a:bodyPr anchor="ctr"/>
          <a:lstStyle>
            <a:lvl1pPr algn="ctr">
              <a:defRPr b="1">
                <a:solidFill>
                  <a:srgbClr val="E63888"/>
                </a:solidFill>
              </a:defRPr>
            </a:lvl1pPr>
          </a:lstStyle>
          <a:p>
            <a:r>
              <a:rPr lang="en-US"/>
              <a:t>Insert image here</a:t>
            </a:r>
          </a:p>
        </p:txBody>
      </p:sp>
      <p:sp>
        <p:nvSpPr>
          <p:cNvPr id="14" name="Text Placeholder 13">
            <a:extLst>
              <a:ext uri="{FF2B5EF4-FFF2-40B4-BE49-F238E27FC236}">
                <a16:creationId xmlns:a16="http://schemas.microsoft.com/office/drawing/2014/main" id="{84FC7848-F505-124E-A83A-FAD498218B6A}"/>
              </a:ext>
            </a:extLst>
          </p:cNvPr>
          <p:cNvSpPr>
            <a:spLocks noGrp="1"/>
          </p:cNvSpPr>
          <p:nvPr>
            <p:ph type="body" sz="quarter" idx="29"/>
          </p:nvPr>
        </p:nvSpPr>
        <p:spPr>
          <a:xfrm>
            <a:off x="838200"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5" name="Text Placeholder 13">
            <a:extLst>
              <a:ext uri="{FF2B5EF4-FFF2-40B4-BE49-F238E27FC236}">
                <a16:creationId xmlns:a16="http://schemas.microsoft.com/office/drawing/2014/main" id="{81A97F61-C899-234E-90EB-6C50483BBEBF}"/>
              </a:ext>
            </a:extLst>
          </p:cNvPr>
          <p:cNvSpPr>
            <a:spLocks noGrp="1"/>
          </p:cNvSpPr>
          <p:nvPr>
            <p:ph type="body" sz="quarter" idx="30"/>
          </p:nvPr>
        </p:nvSpPr>
        <p:spPr>
          <a:xfrm>
            <a:off x="4558688"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6" name="Text Placeholder 13">
            <a:extLst>
              <a:ext uri="{FF2B5EF4-FFF2-40B4-BE49-F238E27FC236}">
                <a16:creationId xmlns:a16="http://schemas.microsoft.com/office/drawing/2014/main" id="{5AA72A20-9F4A-E047-B005-5CD3FB6E3B0E}"/>
              </a:ext>
            </a:extLst>
          </p:cNvPr>
          <p:cNvSpPr>
            <a:spLocks noGrp="1"/>
          </p:cNvSpPr>
          <p:nvPr>
            <p:ph type="body" sz="quarter" idx="31"/>
          </p:nvPr>
        </p:nvSpPr>
        <p:spPr>
          <a:xfrm>
            <a:off x="8274423"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7" name="Text Placeholder 5">
            <a:extLst>
              <a:ext uri="{FF2B5EF4-FFF2-40B4-BE49-F238E27FC236}">
                <a16:creationId xmlns:a16="http://schemas.microsoft.com/office/drawing/2014/main" id="{885E4D25-01E3-FB47-8C7B-8C910AD06873}"/>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34224122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raspberry squ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C1034-7B9F-5F4E-A15C-FEF7CC9B8CEB}"/>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FC74F9D5-E485-CE4C-AB9E-5238E345DDF3}"/>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7" name="Rectangle: Rounded Corners 2">
            <a:extLst>
              <a:ext uri="{FF2B5EF4-FFF2-40B4-BE49-F238E27FC236}">
                <a16:creationId xmlns:a16="http://schemas.microsoft.com/office/drawing/2014/main" id="{FE2064BE-9D91-044C-A306-8D2546CB8178}"/>
              </a:ext>
            </a:extLst>
          </p:cNvPr>
          <p:cNvSpPr/>
          <p:nvPr userDrawn="1"/>
        </p:nvSpPr>
        <p:spPr>
          <a:xfrm>
            <a:off x="838200" y="1828800"/>
            <a:ext cx="3074622" cy="2880360"/>
          </a:xfrm>
          <a:prstGeom prst="roundRect">
            <a:avLst/>
          </a:prstGeom>
          <a:gradFill>
            <a:gsLst>
              <a:gs pos="99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18">
            <a:extLst>
              <a:ext uri="{FF2B5EF4-FFF2-40B4-BE49-F238E27FC236}">
                <a16:creationId xmlns:a16="http://schemas.microsoft.com/office/drawing/2014/main" id="{FB4F7381-D7D8-1240-BC27-DC1045107845}"/>
              </a:ext>
            </a:extLst>
          </p:cNvPr>
          <p:cNvSpPr/>
          <p:nvPr userDrawn="1"/>
        </p:nvSpPr>
        <p:spPr>
          <a:xfrm>
            <a:off x="8274423" y="1828800"/>
            <a:ext cx="3074622" cy="2880360"/>
          </a:xfrm>
          <a:prstGeom prst="roundRect">
            <a:avLst/>
          </a:prstGeom>
          <a:gradFill>
            <a:gsLst>
              <a:gs pos="99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21">
            <a:extLst>
              <a:ext uri="{FF2B5EF4-FFF2-40B4-BE49-F238E27FC236}">
                <a16:creationId xmlns:a16="http://schemas.microsoft.com/office/drawing/2014/main" id="{38FBF58A-DA3E-6C43-BEF8-0B487B2F2136}"/>
              </a:ext>
            </a:extLst>
          </p:cNvPr>
          <p:cNvSpPr/>
          <p:nvPr userDrawn="1"/>
        </p:nvSpPr>
        <p:spPr>
          <a:xfrm>
            <a:off x="4558688" y="1828800"/>
            <a:ext cx="3074622" cy="2880360"/>
          </a:xfrm>
          <a:prstGeom prst="roundRect">
            <a:avLst/>
          </a:prstGeom>
          <a:gradFill>
            <a:gsLst>
              <a:gs pos="99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5">
            <a:extLst>
              <a:ext uri="{FF2B5EF4-FFF2-40B4-BE49-F238E27FC236}">
                <a16:creationId xmlns:a16="http://schemas.microsoft.com/office/drawing/2014/main" id="{008D11FF-18FF-6149-9F63-42BEE2B0F4FD}"/>
              </a:ext>
            </a:extLst>
          </p:cNvPr>
          <p:cNvSpPr>
            <a:spLocks noGrp="1"/>
          </p:cNvSpPr>
          <p:nvPr>
            <p:ph type="pic" sz="quarter" idx="26" hasCustomPrompt="1"/>
          </p:nvPr>
        </p:nvSpPr>
        <p:spPr>
          <a:xfrm>
            <a:off x="9144983" y="2478023"/>
            <a:ext cx="1333503" cy="1581915"/>
          </a:xfrm>
        </p:spPr>
        <p:txBody>
          <a:bodyPr anchor="ctr"/>
          <a:lstStyle>
            <a:lvl1pPr algn="ctr">
              <a:defRPr b="1">
                <a:solidFill>
                  <a:srgbClr val="E63888"/>
                </a:solidFill>
              </a:defRPr>
            </a:lvl1pPr>
          </a:lstStyle>
          <a:p>
            <a:r>
              <a:rPr lang="en-US"/>
              <a:t>Insert image here</a:t>
            </a:r>
          </a:p>
        </p:txBody>
      </p:sp>
      <p:sp>
        <p:nvSpPr>
          <p:cNvPr id="11" name="Picture Placeholder 5">
            <a:extLst>
              <a:ext uri="{FF2B5EF4-FFF2-40B4-BE49-F238E27FC236}">
                <a16:creationId xmlns:a16="http://schemas.microsoft.com/office/drawing/2014/main" id="{7195085E-786D-CC4E-85A3-5C51E39605C7}"/>
              </a:ext>
            </a:extLst>
          </p:cNvPr>
          <p:cNvSpPr>
            <a:spLocks noGrp="1"/>
          </p:cNvSpPr>
          <p:nvPr>
            <p:ph type="pic" sz="quarter" idx="27" hasCustomPrompt="1"/>
          </p:nvPr>
        </p:nvSpPr>
        <p:spPr>
          <a:xfrm>
            <a:off x="5429248" y="2478023"/>
            <a:ext cx="1333503" cy="1581915"/>
          </a:xfrm>
        </p:spPr>
        <p:txBody>
          <a:bodyPr anchor="ctr"/>
          <a:lstStyle>
            <a:lvl1pPr algn="ctr">
              <a:defRPr b="1">
                <a:solidFill>
                  <a:srgbClr val="E63888"/>
                </a:solidFill>
              </a:defRPr>
            </a:lvl1pPr>
          </a:lstStyle>
          <a:p>
            <a:r>
              <a:rPr lang="en-US"/>
              <a:t>Insert image here</a:t>
            </a:r>
          </a:p>
        </p:txBody>
      </p:sp>
      <p:sp>
        <p:nvSpPr>
          <p:cNvPr id="12" name="Picture Placeholder 5">
            <a:extLst>
              <a:ext uri="{FF2B5EF4-FFF2-40B4-BE49-F238E27FC236}">
                <a16:creationId xmlns:a16="http://schemas.microsoft.com/office/drawing/2014/main" id="{85587AC0-B329-8D4C-99E3-CE9C5F332921}"/>
              </a:ext>
            </a:extLst>
          </p:cNvPr>
          <p:cNvSpPr>
            <a:spLocks noGrp="1"/>
          </p:cNvSpPr>
          <p:nvPr>
            <p:ph type="pic" sz="quarter" idx="28" hasCustomPrompt="1"/>
          </p:nvPr>
        </p:nvSpPr>
        <p:spPr>
          <a:xfrm>
            <a:off x="1708760" y="2478023"/>
            <a:ext cx="1333503" cy="1581915"/>
          </a:xfrm>
        </p:spPr>
        <p:txBody>
          <a:bodyPr anchor="ctr"/>
          <a:lstStyle>
            <a:lvl1pPr algn="ctr">
              <a:defRPr b="1">
                <a:solidFill>
                  <a:srgbClr val="E63888"/>
                </a:solidFill>
              </a:defRPr>
            </a:lvl1pPr>
          </a:lstStyle>
          <a:p>
            <a:r>
              <a:rPr lang="en-US" dirty="0"/>
              <a:t>Insert image here</a:t>
            </a:r>
          </a:p>
        </p:txBody>
      </p:sp>
      <p:sp>
        <p:nvSpPr>
          <p:cNvPr id="14" name="Text Placeholder 13">
            <a:extLst>
              <a:ext uri="{FF2B5EF4-FFF2-40B4-BE49-F238E27FC236}">
                <a16:creationId xmlns:a16="http://schemas.microsoft.com/office/drawing/2014/main" id="{84FC7848-F505-124E-A83A-FAD498218B6A}"/>
              </a:ext>
            </a:extLst>
          </p:cNvPr>
          <p:cNvSpPr>
            <a:spLocks noGrp="1"/>
          </p:cNvSpPr>
          <p:nvPr>
            <p:ph type="body" sz="quarter" idx="29"/>
          </p:nvPr>
        </p:nvSpPr>
        <p:spPr>
          <a:xfrm>
            <a:off x="838200"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5" name="Text Placeholder 13">
            <a:extLst>
              <a:ext uri="{FF2B5EF4-FFF2-40B4-BE49-F238E27FC236}">
                <a16:creationId xmlns:a16="http://schemas.microsoft.com/office/drawing/2014/main" id="{81A97F61-C899-234E-90EB-6C50483BBEBF}"/>
              </a:ext>
            </a:extLst>
          </p:cNvPr>
          <p:cNvSpPr>
            <a:spLocks noGrp="1"/>
          </p:cNvSpPr>
          <p:nvPr>
            <p:ph type="body" sz="quarter" idx="30"/>
          </p:nvPr>
        </p:nvSpPr>
        <p:spPr>
          <a:xfrm>
            <a:off x="4558688"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6" name="Text Placeholder 13">
            <a:extLst>
              <a:ext uri="{FF2B5EF4-FFF2-40B4-BE49-F238E27FC236}">
                <a16:creationId xmlns:a16="http://schemas.microsoft.com/office/drawing/2014/main" id="{5AA72A20-9F4A-E047-B005-5CD3FB6E3B0E}"/>
              </a:ext>
            </a:extLst>
          </p:cNvPr>
          <p:cNvSpPr>
            <a:spLocks noGrp="1"/>
          </p:cNvSpPr>
          <p:nvPr>
            <p:ph type="body" sz="quarter" idx="31"/>
          </p:nvPr>
        </p:nvSpPr>
        <p:spPr>
          <a:xfrm>
            <a:off x="8274423"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3" name="Text Placeholder 5">
            <a:extLst>
              <a:ext uri="{FF2B5EF4-FFF2-40B4-BE49-F238E27FC236}">
                <a16:creationId xmlns:a16="http://schemas.microsoft.com/office/drawing/2014/main" id="{42DA557E-EF5E-F740-94BA-C75017773E02}"/>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31123029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pink squ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C1034-7B9F-5F4E-A15C-FEF7CC9B8CEB}"/>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FC74F9D5-E485-CE4C-AB9E-5238E345DDF3}"/>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7" name="Rectangle: Rounded Corners 2">
            <a:extLst>
              <a:ext uri="{FF2B5EF4-FFF2-40B4-BE49-F238E27FC236}">
                <a16:creationId xmlns:a16="http://schemas.microsoft.com/office/drawing/2014/main" id="{FE2064BE-9D91-044C-A306-8D2546CB8178}"/>
              </a:ext>
            </a:extLst>
          </p:cNvPr>
          <p:cNvSpPr/>
          <p:nvPr userDrawn="1"/>
        </p:nvSpPr>
        <p:spPr>
          <a:xfrm>
            <a:off x="838200" y="1828800"/>
            <a:ext cx="3074622" cy="2880360"/>
          </a:xfrm>
          <a:prstGeom prst="roundRect">
            <a:avLst/>
          </a:prstGeom>
          <a:gradFill>
            <a:gsLst>
              <a:gs pos="99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18">
            <a:extLst>
              <a:ext uri="{FF2B5EF4-FFF2-40B4-BE49-F238E27FC236}">
                <a16:creationId xmlns:a16="http://schemas.microsoft.com/office/drawing/2014/main" id="{FB4F7381-D7D8-1240-BC27-DC1045107845}"/>
              </a:ext>
            </a:extLst>
          </p:cNvPr>
          <p:cNvSpPr/>
          <p:nvPr userDrawn="1"/>
        </p:nvSpPr>
        <p:spPr>
          <a:xfrm>
            <a:off x="8274423" y="1828800"/>
            <a:ext cx="3074622" cy="2880360"/>
          </a:xfrm>
          <a:prstGeom prst="roundRect">
            <a:avLst/>
          </a:prstGeom>
          <a:gradFill>
            <a:gsLst>
              <a:gs pos="99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21">
            <a:extLst>
              <a:ext uri="{FF2B5EF4-FFF2-40B4-BE49-F238E27FC236}">
                <a16:creationId xmlns:a16="http://schemas.microsoft.com/office/drawing/2014/main" id="{38FBF58A-DA3E-6C43-BEF8-0B487B2F2136}"/>
              </a:ext>
            </a:extLst>
          </p:cNvPr>
          <p:cNvSpPr/>
          <p:nvPr userDrawn="1"/>
        </p:nvSpPr>
        <p:spPr>
          <a:xfrm>
            <a:off x="4558688" y="1828800"/>
            <a:ext cx="3074622" cy="2880360"/>
          </a:xfrm>
          <a:prstGeom prst="roundRect">
            <a:avLst/>
          </a:prstGeom>
          <a:gradFill>
            <a:gsLst>
              <a:gs pos="99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5">
            <a:extLst>
              <a:ext uri="{FF2B5EF4-FFF2-40B4-BE49-F238E27FC236}">
                <a16:creationId xmlns:a16="http://schemas.microsoft.com/office/drawing/2014/main" id="{008D11FF-18FF-6149-9F63-42BEE2B0F4FD}"/>
              </a:ext>
            </a:extLst>
          </p:cNvPr>
          <p:cNvSpPr>
            <a:spLocks noGrp="1"/>
          </p:cNvSpPr>
          <p:nvPr>
            <p:ph type="pic" sz="quarter" idx="26" hasCustomPrompt="1"/>
          </p:nvPr>
        </p:nvSpPr>
        <p:spPr>
          <a:xfrm>
            <a:off x="9144983" y="2478023"/>
            <a:ext cx="1333503" cy="1581915"/>
          </a:xfrm>
        </p:spPr>
        <p:txBody>
          <a:bodyPr anchor="ctr"/>
          <a:lstStyle>
            <a:lvl1pPr algn="ctr">
              <a:defRPr b="1">
                <a:solidFill>
                  <a:schemeClr val="bg1"/>
                </a:solidFill>
              </a:defRPr>
            </a:lvl1pPr>
          </a:lstStyle>
          <a:p>
            <a:r>
              <a:rPr lang="en-US"/>
              <a:t>Insert image here</a:t>
            </a:r>
          </a:p>
        </p:txBody>
      </p:sp>
      <p:sp>
        <p:nvSpPr>
          <p:cNvPr id="11" name="Picture Placeholder 5">
            <a:extLst>
              <a:ext uri="{FF2B5EF4-FFF2-40B4-BE49-F238E27FC236}">
                <a16:creationId xmlns:a16="http://schemas.microsoft.com/office/drawing/2014/main" id="{7195085E-786D-CC4E-85A3-5C51E39605C7}"/>
              </a:ext>
            </a:extLst>
          </p:cNvPr>
          <p:cNvSpPr>
            <a:spLocks noGrp="1"/>
          </p:cNvSpPr>
          <p:nvPr>
            <p:ph type="pic" sz="quarter" idx="27" hasCustomPrompt="1"/>
          </p:nvPr>
        </p:nvSpPr>
        <p:spPr>
          <a:xfrm>
            <a:off x="5429248" y="2478023"/>
            <a:ext cx="1333503" cy="1581915"/>
          </a:xfrm>
        </p:spPr>
        <p:txBody>
          <a:bodyPr anchor="ctr"/>
          <a:lstStyle>
            <a:lvl1pPr algn="ctr">
              <a:defRPr b="1">
                <a:solidFill>
                  <a:schemeClr val="bg1"/>
                </a:solidFill>
              </a:defRPr>
            </a:lvl1pPr>
          </a:lstStyle>
          <a:p>
            <a:r>
              <a:rPr lang="en-US"/>
              <a:t>Insert image here</a:t>
            </a:r>
          </a:p>
        </p:txBody>
      </p:sp>
      <p:sp>
        <p:nvSpPr>
          <p:cNvPr id="12" name="Picture Placeholder 5">
            <a:extLst>
              <a:ext uri="{FF2B5EF4-FFF2-40B4-BE49-F238E27FC236}">
                <a16:creationId xmlns:a16="http://schemas.microsoft.com/office/drawing/2014/main" id="{85587AC0-B329-8D4C-99E3-CE9C5F332921}"/>
              </a:ext>
            </a:extLst>
          </p:cNvPr>
          <p:cNvSpPr>
            <a:spLocks noGrp="1"/>
          </p:cNvSpPr>
          <p:nvPr>
            <p:ph type="pic" sz="quarter" idx="28" hasCustomPrompt="1"/>
          </p:nvPr>
        </p:nvSpPr>
        <p:spPr>
          <a:xfrm>
            <a:off x="1708760" y="2478023"/>
            <a:ext cx="1333503" cy="1581915"/>
          </a:xfrm>
        </p:spPr>
        <p:txBody>
          <a:bodyPr anchor="ctr"/>
          <a:lstStyle>
            <a:lvl1pPr algn="ctr">
              <a:defRPr b="1">
                <a:solidFill>
                  <a:schemeClr val="bg1"/>
                </a:solidFill>
              </a:defRPr>
            </a:lvl1pPr>
          </a:lstStyle>
          <a:p>
            <a:r>
              <a:rPr lang="en-US" dirty="0"/>
              <a:t>Insert image here</a:t>
            </a:r>
          </a:p>
        </p:txBody>
      </p:sp>
      <p:sp>
        <p:nvSpPr>
          <p:cNvPr id="14" name="Text Placeholder 13">
            <a:extLst>
              <a:ext uri="{FF2B5EF4-FFF2-40B4-BE49-F238E27FC236}">
                <a16:creationId xmlns:a16="http://schemas.microsoft.com/office/drawing/2014/main" id="{84FC7848-F505-124E-A83A-FAD498218B6A}"/>
              </a:ext>
            </a:extLst>
          </p:cNvPr>
          <p:cNvSpPr>
            <a:spLocks noGrp="1"/>
          </p:cNvSpPr>
          <p:nvPr>
            <p:ph type="body" sz="quarter" idx="29"/>
          </p:nvPr>
        </p:nvSpPr>
        <p:spPr>
          <a:xfrm>
            <a:off x="838200"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5" name="Text Placeholder 13">
            <a:extLst>
              <a:ext uri="{FF2B5EF4-FFF2-40B4-BE49-F238E27FC236}">
                <a16:creationId xmlns:a16="http://schemas.microsoft.com/office/drawing/2014/main" id="{81A97F61-C899-234E-90EB-6C50483BBEBF}"/>
              </a:ext>
            </a:extLst>
          </p:cNvPr>
          <p:cNvSpPr>
            <a:spLocks noGrp="1"/>
          </p:cNvSpPr>
          <p:nvPr>
            <p:ph type="body" sz="quarter" idx="30"/>
          </p:nvPr>
        </p:nvSpPr>
        <p:spPr>
          <a:xfrm>
            <a:off x="4558688"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6" name="Text Placeholder 13">
            <a:extLst>
              <a:ext uri="{FF2B5EF4-FFF2-40B4-BE49-F238E27FC236}">
                <a16:creationId xmlns:a16="http://schemas.microsoft.com/office/drawing/2014/main" id="{5AA72A20-9F4A-E047-B005-5CD3FB6E3B0E}"/>
              </a:ext>
            </a:extLst>
          </p:cNvPr>
          <p:cNvSpPr>
            <a:spLocks noGrp="1"/>
          </p:cNvSpPr>
          <p:nvPr>
            <p:ph type="body" sz="quarter" idx="31"/>
          </p:nvPr>
        </p:nvSpPr>
        <p:spPr>
          <a:xfrm>
            <a:off x="8274423" y="5029200"/>
            <a:ext cx="3074988" cy="848582"/>
          </a:xfrm>
        </p:spPr>
        <p:txBody>
          <a:bodyPr>
            <a:noAutofit/>
          </a:bodyPr>
          <a:lstStyle>
            <a:lvl1pPr algn="ctr">
              <a:lnSpc>
                <a:spcPct val="110000"/>
              </a:lnSpc>
              <a:defRPr sz="1600"/>
            </a:lvl1pPr>
            <a:lvl2pPr algn="ctr">
              <a:defRPr sz="1400"/>
            </a:lvl2pPr>
            <a:lvl3pPr algn="ctr">
              <a:defRPr sz="1400"/>
            </a:lvl3pPr>
            <a:lvl4pPr algn="ctr">
              <a:defRPr sz="1400"/>
            </a:lvl4pPr>
            <a:lvl5pPr algn="ctr">
              <a:defRPr sz="1400"/>
            </a:lvl5pPr>
          </a:lstStyle>
          <a:p>
            <a:pPr lvl="0"/>
            <a:r>
              <a:rPr lang="en-US" dirty="0"/>
              <a:t>Click to edit Master text styles</a:t>
            </a:r>
          </a:p>
        </p:txBody>
      </p:sp>
      <p:sp>
        <p:nvSpPr>
          <p:cNvPr id="13" name="Text Placeholder 5">
            <a:extLst>
              <a:ext uri="{FF2B5EF4-FFF2-40B4-BE49-F238E27FC236}">
                <a16:creationId xmlns:a16="http://schemas.microsoft.com/office/drawing/2014/main" id="{62D6BF79-DE1B-FB4A-8F7E-1266A841B4BD}"/>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18434542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Blue/Raspberry squ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99FA7-8877-A345-87EC-0AE90E5826DF}"/>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8EA3805E-125A-9242-AA8C-298B890D7C39}"/>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Rectangle: Rounded Corners 21">
            <a:extLst>
              <a:ext uri="{FF2B5EF4-FFF2-40B4-BE49-F238E27FC236}">
                <a16:creationId xmlns:a16="http://schemas.microsoft.com/office/drawing/2014/main" id="{8503E019-4D67-1A43-9455-06EA238436EC}"/>
              </a:ext>
            </a:extLst>
          </p:cNvPr>
          <p:cNvSpPr>
            <a:spLocks/>
          </p:cNvSpPr>
          <p:nvPr userDrawn="1"/>
        </p:nvSpPr>
        <p:spPr>
          <a:xfrm>
            <a:off x="6602501" y="1645920"/>
            <a:ext cx="4572000" cy="4173978"/>
          </a:xfrm>
          <a:prstGeom prst="roundRect">
            <a:avLst/>
          </a:prstGeom>
          <a:gradFill>
            <a:gsLst>
              <a:gs pos="100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2">
            <a:extLst>
              <a:ext uri="{FF2B5EF4-FFF2-40B4-BE49-F238E27FC236}">
                <a16:creationId xmlns:a16="http://schemas.microsoft.com/office/drawing/2014/main" id="{DEFC2690-2708-F244-ACFD-0F5F834916CF}"/>
              </a:ext>
            </a:extLst>
          </p:cNvPr>
          <p:cNvSpPr>
            <a:spLocks/>
          </p:cNvSpPr>
          <p:nvPr userDrawn="1"/>
        </p:nvSpPr>
        <p:spPr>
          <a:xfrm>
            <a:off x="1017499" y="1645920"/>
            <a:ext cx="4572000" cy="4173978"/>
          </a:xfrm>
          <a:prstGeom prst="roundRect">
            <a:avLst/>
          </a:prstGeom>
          <a:gradFill>
            <a:gsLst>
              <a:gs pos="100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5">
            <a:extLst>
              <a:ext uri="{FF2B5EF4-FFF2-40B4-BE49-F238E27FC236}">
                <a16:creationId xmlns:a16="http://schemas.microsoft.com/office/drawing/2014/main" id="{5A76EE85-23F9-0F4E-901C-A977354515DE}"/>
              </a:ext>
            </a:extLst>
          </p:cNvPr>
          <p:cNvSpPr>
            <a:spLocks noGrp="1"/>
          </p:cNvSpPr>
          <p:nvPr>
            <p:ph type="body" sz="quarter" idx="25"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3" name="Text Placeholder 12">
            <a:extLst>
              <a:ext uri="{FF2B5EF4-FFF2-40B4-BE49-F238E27FC236}">
                <a16:creationId xmlns:a16="http://schemas.microsoft.com/office/drawing/2014/main" id="{737F5F1C-873E-0849-A520-01F885E95C33}"/>
              </a:ext>
            </a:extLst>
          </p:cNvPr>
          <p:cNvSpPr>
            <a:spLocks noGrp="1"/>
          </p:cNvSpPr>
          <p:nvPr>
            <p:ph type="body" sz="quarter" idx="26"/>
          </p:nvPr>
        </p:nvSpPr>
        <p:spPr>
          <a:xfrm>
            <a:off x="1546136" y="2284414"/>
            <a:ext cx="3514725" cy="2895600"/>
          </a:xfrm>
        </p:spPr>
        <p:txBody>
          <a:bodyPr anchor="ctr">
            <a:normAutofit/>
          </a:bodyPr>
          <a:lstStyle>
            <a:lvl1pPr algn="ctr">
              <a:lnSpc>
                <a:spcPct val="110000"/>
              </a:lnSpc>
              <a:spcBef>
                <a:spcPts val="0"/>
              </a:spcBef>
              <a:defRPr sz="2400">
                <a:solidFill>
                  <a:schemeClr val="bg1"/>
                </a:solidFill>
              </a:defRPr>
            </a:lvl1pPr>
            <a:lvl2pPr algn="ctr">
              <a:defRPr sz="2400"/>
            </a:lvl2pPr>
            <a:lvl3pPr algn="ctr">
              <a:defRPr sz="2400"/>
            </a:lvl3pPr>
            <a:lvl4pPr algn="ctr">
              <a:defRPr sz="2400"/>
            </a:lvl4pPr>
            <a:lvl5pPr algn="ctr">
              <a:defRPr sz="2400"/>
            </a:lvl5pPr>
          </a:lstStyle>
          <a:p>
            <a:pPr lvl="0"/>
            <a:r>
              <a:rPr lang="en-US" dirty="0"/>
              <a:t>Click to edit Master text</a:t>
            </a:r>
          </a:p>
        </p:txBody>
      </p:sp>
      <p:sp>
        <p:nvSpPr>
          <p:cNvPr id="14" name="Text Placeholder 12">
            <a:extLst>
              <a:ext uri="{FF2B5EF4-FFF2-40B4-BE49-F238E27FC236}">
                <a16:creationId xmlns:a16="http://schemas.microsoft.com/office/drawing/2014/main" id="{71F31CC0-D09E-3A40-8BC9-7CFFBDF8FC84}"/>
              </a:ext>
            </a:extLst>
          </p:cNvPr>
          <p:cNvSpPr>
            <a:spLocks noGrp="1"/>
          </p:cNvSpPr>
          <p:nvPr>
            <p:ph type="body" sz="quarter" idx="27"/>
          </p:nvPr>
        </p:nvSpPr>
        <p:spPr>
          <a:xfrm>
            <a:off x="7131138" y="2284414"/>
            <a:ext cx="3514725" cy="2895600"/>
          </a:xfrm>
        </p:spPr>
        <p:txBody>
          <a:bodyPr anchor="ctr">
            <a:normAutofit/>
          </a:bodyPr>
          <a:lstStyle>
            <a:lvl1pPr algn="ctr">
              <a:lnSpc>
                <a:spcPct val="110000"/>
              </a:lnSpc>
              <a:spcBef>
                <a:spcPts val="0"/>
              </a:spcBef>
              <a:defRPr sz="2400">
                <a:solidFill>
                  <a:schemeClr val="bg1"/>
                </a:solidFill>
              </a:defRPr>
            </a:lvl1pPr>
            <a:lvl2pPr algn="ctr">
              <a:defRPr sz="2400"/>
            </a:lvl2pPr>
            <a:lvl3pPr algn="ctr">
              <a:defRPr sz="2400"/>
            </a:lvl3pPr>
            <a:lvl4pPr algn="ctr">
              <a:defRPr sz="2400"/>
            </a:lvl4pPr>
            <a:lvl5pPr algn="ctr">
              <a:defRPr sz="2400"/>
            </a:lvl5pPr>
          </a:lstStyle>
          <a:p>
            <a:pPr lvl="0"/>
            <a:r>
              <a:rPr lang="en-US" dirty="0"/>
              <a:t>Click to edit Master text</a:t>
            </a:r>
          </a:p>
        </p:txBody>
      </p:sp>
    </p:spTree>
    <p:extLst>
      <p:ext uri="{BB962C8B-B14F-4D97-AF65-F5344CB8AC3E}">
        <p14:creationId xmlns:p14="http://schemas.microsoft.com/office/powerpoint/2010/main" val="29981768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Raspberry/Pink squ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99FA7-8877-A345-87EC-0AE90E5826DF}"/>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8EA3805E-125A-9242-AA8C-298B890D7C39}"/>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Rectangle: Rounded Corners 21">
            <a:extLst>
              <a:ext uri="{FF2B5EF4-FFF2-40B4-BE49-F238E27FC236}">
                <a16:creationId xmlns:a16="http://schemas.microsoft.com/office/drawing/2014/main" id="{8503E019-4D67-1A43-9455-06EA238436EC}"/>
              </a:ext>
            </a:extLst>
          </p:cNvPr>
          <p:cNvSpPr>
            <a:spLocks/>
          </p:cNvSpPr>
          <p:nvPr userDrawn="1"/>
        </p:nvSpPr>
        <p:spPr>
          <a:xfrm>
            <a:off x="6602501" y="1645920"/>
            <a:ext cx="4572000" cy="4173978"/>
          </a:xfrm>
          <a:prstGeom prst="roundRect">
            <a:avLst/>
          </a:prstGeom>
          <a:gradFill>
            <a:gsLst>
              <a:gs pos="100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2">
            <a:extLst>
              <a:ext uri="{FF2B5EF4-FFF2-40B4-BE49-F238E27FC236}">
                <a16:creationId xmlns:a16="http://schemas.microsoft.com/office/drawing/2014/main" id="{DEFC2690-2708-F244-ACFD-0F5F834916CF}"/>
              </a:ext>
            </a:extLst>
          </p:cNvPr>
          <p:cNvSpPr>
            <a:spLocks/>
          </p:cNvSpPr>
          <p:nvPr userDrawn="1"/>
        </p:nvSpPr>
        <p:spPr>
          <a:xfrm>
            <a:off x="1017499" y="1645920"/>
            <a:ext cx="4572000" cy="4173978"/>
          </a:xfrm>
          <a:prstGeom prst="roundRect">
            <a:avLst/>
          </a:prstGeom>
          <a:gradFill>
            <a:gsLst>
              <a:gs pos="100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5">
            <a:extLst>
              <a:ext uri="{FF2B5EF4-FFF2-40B4-BE49-F238E27FC236}">
                <a16:creationId xmlns:a16="http://schemas.microsoft.com/office/drawing/2014/main" id="{E775FDF5-321A-5C47-B45C-6B3484BEE861}"/>
              </a:ext>
            </a:extLst>
          </p:cNvPr>
          <p:cNvSpPr>
            <a:spLocks noGrp="1"/>
          </p:cNvSpPr>
          <p:nvPr>
            <p:ph type="body" sz="quarter" idx="25"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1" name="Text Placeholder 12">
            <a:extLst>
              <a:ext uri="{FF2B5EF4-FFF2-40B4-BE49-F238E27FC236}">
                <a16:creationId xmlns:a16="http://schemas.microsoft.com/office/drawing/2014/main" id="{6598DAB1-B559-3443-9A42-660E30D3A949}"/>
              </a:ext>
            </a:extLst>
          </p:cNvPr>
          <p:cNvSpPr>
            <a:spLocks noGrp="1"/>
          </p:cNvSpPr>
          <p:nvPr>
            <p:ph type="body" sz="quarter" idx="26"/>
          </p:nvPr>
        </p:nvSpPr>
        <p:spPr>
          <a:xfrm>
            <a:off x="1546136" y="2284414"/>
            <a:ext cx="3514725" cy="2895600"/>
          </a:xfrm>
        </p:spPr>
        <p:txBody>
          <a:bodyPr anchor="ctr">
            <a:normAutofit/>
          </a:bodyPr>
          <a:lstStyle>
            <a:lvl1pPr algn="ctr">
              <a:lnSpc>
                <a:spcPct val="110000"/>
              </a:lnSpc>
              <a:spcBef>
                <a:spcPts val="0"/>
              </a:spcBef>
              <a:defRPr sz="2400">
                <a:solidFill>
                  <a:schemeClr val="bg1"/>
                </a:solidFill>
              </a:defRPr>
            </a:lvl1pPr>
            <a:lvl2pPr algn="ctr">
              <a:defRPr sz="2400"/>
            </a:lvl2pPr>
            <a:lvl3pPr algn="ctr">
              <a:defRPr sz="2400"/>
            </a:lvl3pPr>
            <a:lvl4pPr algn="ctr">
              <a:defRPr sz="2400"/>
            </a:lvl4pPr>
            <a:lvl5pPr algn="ctr">
              <a:defRPr sz="2400"/>
            </a:lvl5pPr>
          </a:lstStyle>
          <a:p>
            <a:pPr lvl="0"/>
            <a:r>
              <a:rPr lang="en-US" dirty="0"/>
              <a:t>Click to edit Master text</a:t>
            </a:r>
          </a:p>
        </p:txBody>
      </p:sp>
      <p:sp>
        <p:nvSpPr>
          <p:cNvPr id="12" name="Text Placeholder 12">
            <a:extLst>
              <a:ext uri="{FF2B5EF4-FFF2-40B4-BE49-F238E27FC236}">
                <a16:creationId xmlns:a16="http://schemas.microsoft.com/office/drawing/2014/main" id="{928026D4-F22E-1042-B5B0-B3DA334F712D}"/>
              </a:ext>
            </a:extLst>
          </p:cNvPr>
          <p:cNvSpPr>
            <a:spLocks noGrp="1"/>
          </p:cNvSpPr>
          <p:nvPr>
            <p:ph type="body" sz="quarter" idx="27"/>
          </p:nvPr>
        </p:nvSpPr>
        <p:spPr>
          <a:xfrm>
            <a:off x="7131138" y="2284414"/>
            <a:ext cx="3514725" cy="2895600"/>
          </a:xfrm>
        </p:spPr>
        <p:txBody>
          <a:bodyPr anchor="ctr">
            <a:normAutofit/>
          </a:bodyPr>
          <a:lstStyle>
            <a:lvl1pPr algn="ctr">
              <a:lnSpc>
                <a:spcPct val="110000"/>
              </a:lnSpc>
              <a:spcBef>
                <a:spcPts val="0"/>
              </a:spcBef>
              <a:defRPr sz="2400">
                <a:solidFill>
                  <a:schemeClr val="bg1"/>
                </a:solidFill>
              </a:defRPr>
            </a:lvl1pPr>
            <a:lvl2pPr algn="ctr">
              <a:defRPr sz="2400"/>
            </a:lvl2pPr>
            <a:lvl3pPr algn="ctr">
              <a:defRPr sz="2400"/>
            </a:lvl3pPr>
            <a:lvl4pPr algn="ctr">
              <a:defRPr sz="2400"/>
            </a:lvl4pPr>
            <a:lvl5pPr algn="ctr">
              <a:defRPr sz="2400"/>
            </a:lvl5pPr>
          </a:lstStyle>
          <a:p>
            <a:pPr lvl="0"/>
            <a:r>
              <a:rPr lang="en-US" dirty="0"/>
              <a:t>Click to edit Master text</a:t>
            </a:r>
          </a:p>
        </p:txBody>
      </p:sp>
    </p:spTree>
    <p:extLst>
      <p:ext uri="{BB962C8B-B14F-4D97-AF65-F5344CB8AC3E}">
        <p14:creationId xmlns:p14="http://schemas.microsoft.com/office/powerpoint/2010/main" val="26489914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layout 1 blue squirc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10CED-E4D0-394A-A994-568E52745BE6}"/>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73C99CE0-A5C2-6848-95E8-26648CBF4A3F}"/>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Rectangle: Rounded Corners 9">
            <a:extLst>
              <a:ext uri="{FF2B5EF4-FFF2-40B4-BE49-F238E27FC236}">
                <a16:creationId xmlns:a16="http://schemas.microsoft.com/office/drawing/2014/main" id="{4BD7CCFE-9F77-3846-A2E4-19BAED2E3D64}"/>
              </a:ext>
            </a:extLst>
          </p:cNvPr>
          <p:cNvSpPr/>
          <p:nvPr userDrawn="1"/>
        </p:nvSpPr>
        <p:spPr>
          <a:xfrm>
            <a:off x="457200" y="1828800"/>
            <a:ext cx="3895909" cy="3649756"/>
          </a:xfrm>
          <a:prstGeom prst="roundRect">
            <a:avLst/>
          </a:prstGeom>
          <a:gradFill>
            <a:gsLst>
              <a:gs pos="100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6">
            <a:extLst>
              <a:ext uri="{FF2B5EF4-FFF2-40B4-BE49-F238E27FC236}">
                <a16:creationId xmlns:a16="http://schemas.microsoft.com/office/drawing/2014/main" id="{BB21120B-0F46-5F45-8C02-9C314564879D}"/>
              </a:ext>
            </a:extLst>
          </p:cNvPr>
          <p:cNvSpPr>
            <a:spLocks noGrp="1"/>
          </p:cNvSpPr>
          <p:nvPr>
            <p:ph type="pic" sz="quarter" idx="23" hasCustomPrompt="1"/>
          </p:nvPr>
        </p:nvSpPr>
        <p:spPr>
          <a:xfrm>
            <a:off x="1335179" y="2510678"/>
            <a:ext cx="2139950" cy="2286000"/>
          </a:xfrm>
        </p:spPr>
        <p:txBody>
          <a:bodyPr anchor="ctr">
            <a:normAutofit/>
          </a:bodyPr>
          <a:lstStyle>
            <a:lvl1pPr algn="ctr">
              <a:defRPr sz="2400" b="1">
                <a:solidFill>
                  <a:srgbClr val="E63888"/>
                </a:solidFill>
              </a:defRPr>
            </a:lvl1pPr>
          </a:lstStyle>
          <a:p>
            <a:r>
              <a:rPr lang="en-US"/>
              <a:t>Insert Image Here</a:t>
            </a:r>
          </a:p>
        </p:txBody>
      </p:sp>
      <p:sp>
        <p:nvSpPr>
          <p:cNvPr id="9" name="Text Placeholder 5">
            <a:extLst>
              <a:ext uri="{FF2B5EF4-FFF2-40B4-BE49-F238E27FC236}">
                <a16:creationId xmlns:a16="http://schemas.microsoft.com/office/drawing/2014/main" id="{3389BDD9-9A84-B047-AC17-8183116E6779}"/>
              </a:ext>
            </a:extLst>
          </p:cNvPr>
          <p:cNvSpPr>
            <a:spLocks noGrp="1"/>
          </p:cNvSpPr>
          <p:nvPr>
            <p:ph type="body" sz="quarter" idx="25"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0" name="Text Placeholder 6">
            <a:extLst>
              <a:ext uri="{FF2B5EF4-FFF2-40B4-BE49-F238E27FC236}">
                <a16:creationId xmlns:a16="http://schemas.microsoft.com/office/drawing/2014/main" id="{86FAE99C-D3BD-E34A-99FF-9DA8637C6A59}"/>
              </a:ext>
            </a:extLst>
          </p:cNvPr>
          <p:cNvSpPr>
            <a:spLocks noGrp="1"/>
          </p:cNvSpPr>
          <p:nvPr>
            <p:ph type="body" sz="quarter" idx="24" hasCustomPrompt="1"/>
          </p:nvPr>
        </p:nvSpPr>
        <p:spPr>
          <a:xfrm>
            <a:off x="4810309" y="2011680"/>
            <a:ext cx="6921316"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Tree>
    <p:extLst>
      <p:ext uri="{BB962C8B-B14F-4D97-AF65-F5344CB8AC3E}">
        <p14:creationId xmlns:p14="http://schemas.microsoft.com/office/powerpoint/2010/main" val="9764942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layout 1 raspberry squircle">
    <p:spTree>
      <p:nvGrpSpPr>
        <p:cNvPr id="1" name=""/>
        <p:cNvGrpSpPr/>
        <p:nvPr/>
      </p:nvGrpSpPr>
      <p:grpSpPr>
        <a:xfrm>
          <a:off x="0" y="0"/>
          <a:ext cx="0" cy="0"/>
          <a:chOff x="0" y="0"/>
          <a:chExt cx="0" cy="0"/>
        </a:xfrm>
      </p:grpSpPr>
      <p:sp>
        <p:nvSpPr>
          <p:cNvPr id="8" name="Rectangle: Rounded Corners 9">
            <a:extLst>
              <a:ext uri="{FF2B5EF4-FFF2-40B4-BE49-F238E27FC236}">
                <a16:creationId xmlns:a16="http://schemas.microsoft.com/office/drawing/2014/main" id="{D3FD588E-8962-8F42-B056-16CE30B90E4D}"/>
              </a:ext>
            </a:extLst>
          </p:cNvPr>
          <p:cNvSpPr/>
          <p:nvPr userDrawn="1"/>
        </p:nvSpPr>
        <p:spPr>
          <a:xfrm>
            <a:off x="457200" y="1828799"/>
            <a:ext cx="3895909" cy="3649756"/>
          </a:xfrm>
          <a:prstGeom prst="roundRect">
            <a:avLst/>
          </a:prstGeom>
          <a:gradFill>
            <a:gsLst>
              <a:gs pos="100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010CED-E4D0-394A-A994-568E52745BE6}"/>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73C99CE0-A5C2-6848-95E8-26648CBF4A3F}"/>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5" name="Picture Placeholder 6">
            <a:extLst>
              <a:ext uri="{FF2B5EF4-FFF2-40B4-BE49-F238E27FC236}">
                <a16:creationId xmlns:a16="http://schemas.microsoft.com/office/drawing/2014/main" id="{BB21120B-0F46-5F45-8C02-9C314564879D}"/>
              </a:ext>
            </a:extLst>
          </p:cNvPr>
          <p:cNvSpPr>
            <a:spLocks noGrp="1"/>
          </p:cNvSpPr>
          <p:nvPr>
            <p:ph type="pic" sz="quarter" idx="23" hasCustomPrompt="1"/>
          </p:nvPr>
        </p:nvSpPr>
        <p:spPr>
          <a:xfrm>
            <a:off x="1335179" y="2510678"/>
            <a:ext cx="2139950" cy="2286000"/>
          </a:xfrm>
        </p:spPr>
        <p:txBody>
          <a:bodyPr anchor="ctr">
            <a:normAutofit/>
          </a:bodyPr>
          <a:lstStyle>
            <a:lvl1pPr algn="ctr">
              <a:defRPr sz="2400" b="1">
                <a:solidFill>
                  <a:srgbClr val="E63888"/>
                </a:solidFill>
              </a:defRPr>
            </a:lvl1pPr>
          </a:lstStyle>
          <a:p>
            <a:r>
              <a:rPr lang="en-US"/>
              <a:t>Insert Image Here</a:t>
            </a:r>
          </a:p>
        </p:txBody>
      </p:sp>
      <p:sp>
        <p:nvSpPr>
          <p:cNvPr id="9" name="Text Placeholder 5">
            <a:extLst>
              <a:ext uri="{FF2B5EF4-FFF2-40B4-BE49-F238E27FC236}">
                <a16:creationId xmlns:a16="http://schemas.microsoft.com/office/drawing/2014/main" id="{2E44BB7B-8925-EC46-9D4A-927CA68D64DF}"/>
              </a:ext>
            </a:extLst>
          </p:cNvPr>
          <p:cNvSpPr>
            <a:spLocks noGrp="1"/>
          </p:cNvSpPr>
          <p:nvPr>
            <p:ph type="body" sz="quarter" idx="25"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0" name="Text Placeholder 6">
            <a:extLst>
              <a:ext uri="{FF2B5EF4-FFF2-40B4-BE49-F238E27FC236}">
                <a16:creationId xmlns:a16="http://schemas.microsoft.com/office/drawing/2014/main" id="{1180601B-DC9C-9A42-9C7C-0A6BAD416B20}"/>
              </a:ext>
            </a:extLst>
          </p:cNvPr>
          <p:cNvSpPr>
            <a:spLocks noGrp="1"/>
          </p:cNvSpPr>
          <p:nvPr>
            <p:ph type="body" sz="quarter" idx="24" hasCustomPrompt="1"/>
          </p:nvPr>
        </p:nvSpPr>
        <p:spPr>
          <a:xfrm>
            <a:off x="4810309" y="2011680"/>
            <a:ext cx="6921316"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Tree>
    <p:extLst>
      <p:ext uri="{BB962C8B-B14F-4D97-AF65-F5344CB8AC3E}">
        <p14:creationId xmlns:p14="http://schemas.microsoft.com/office/powerpoint/2010/main" val="1542173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layout 1 pink squircle">
    <p:spTree>
      <p:nvGrpSpPr>
        <p:cNvPr id="1" name=""/>
        <p:cNvGrpSpPr/>
        <p:nvPr/>
      </p:nvGrpSpPr>
      <p:grpSpPr>
        <a:xfrm>
          <a:off x="0" y="0"/>
          <a:ext cx="0" cy="0"/>
          <a:chOff x="0" y="0"/>
          <a:chExt cx="0" cy="0"/>
        </a:xfrm>
      </p:grpSpPr>
      <p:sp>
        <p:nvSpPr>
          <p:cNvPr id="8" name="Rectangle: Rounded Corners 9">
            <a:extLst>
              <a:ext uri="{FF2B5EF4-FFF2-40B4-BE49-F238E27FC236}">
                <a16:creationId xmlns:a16="http://schemas.microsoft.com/office/drawing/2014/main" id="{D3FD588E-8962-8F42-B056-16CE30B90E4D}"/>
              </a:ext>
            </a:extLst>
          </p:cNvPr>
          <p:cNvSpPr/>
          <p:nvPr userDrawn="1"/>
        </p:nvSpPr>
        <p:spPr>
          <a:xfrm>
            <a:off x="457200" y="1828799"/>
            <a:ext cx="3895909" cy="3649756"/>
          </a:xfrm>
          <a:prstGeom prst="roundRect">
            <a:avLst/>
          </a:prstGeom>
          <a:gradFill>
            <a:gsLst>
              <a:gs pos="100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010CED-E4D0-394A-A994-568E52745BE6}"/>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73C99CE0-A5C2-6848-95E8-26648CBF4A3F}"/>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5" name="Picture Placeholder 6">
            <a:extLst>
              <a:ext uri="{FF2B5EF4-FFF2-40B4-BE49-F238E27FC236}">
                <a16:creationId xmlns:a16="http://schemas.microsoft.com/office/drawing/2014/main" id="{BB21120B-0F46-5F45-8C02-9C314564879D}"/>
              </a:ext>
            </a:extLst>
          </p:cNvPr>
          <p:cNvSpPr>
            <a:spLocks noGrp="1"/>
          </p:cNvSpPr>
          <p:nvPr>
            <p:ph type="pic" sz="quarter" idx="23" hasCustomPrompt="1"/>
          </p:nvPr>
        </p:nvSpPr>
        <p:spPr>
          <a:xfrm>
            <a:off x="1335179" y="2510678"/>
            <a:ext cx="2139950" cy="2286000"/>
          </a:xfrm>
        </p:spPr>
        <p:txBody>
          <a:bodyPr anchor="ctr">
            <a:normAutofit/>
          </a:bodyPr>
          <a:lstStyle>
            <a:lvl1pPr algn="ctr">
              <a:defRPr sz="2400" b="1">
                <a:solidFill>
                  <a:schemeClr val="bg1"/>
                </a:solidFill>
              </a:defRPr>
            </a:lvl1pPr>
          </a:lstStyle>
          <a:p>
            <a:r>
              <a:rPr lang="en-US"/>
              <a:t>Insert Image Here</a:t>
            </a:r>
          </a:p>
        </p:txBody>
      </p:sp>
      <p:sp>
        <p:nvSpPr>
          <p:cNvPr id="7" name="Text Placeholder 6">
            <a:extLst>
              <a:ext uri="{FF2B5EF4-FFF2-40B4-BE49-F238E27FC236}">
                <a16:creationId xmlns:a16="http://schemas.microsoft.com/office/drawing/2014/main" id="{101900D9-F41A-DE4E-99AE-0C4260BF5396}"/>
              </a:ext>
            </a:extLst>
          </p:cNvPr>
          <p:cNvSpPr>
            <a:spLocks noGrp="1"/>
          </p:cNvSpPr>
          <p:nvPr>
            <p:ph type="body" sz="quarter" idx="24" hasCustomPrompt="1"/>
          </p:nvPr>
        </p:nvSpPr>
        <p:spPr>
          <a:xfrm>
            <a:off x="4810309" y="2011680"/>
            <a:ext cx="6921316"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
        <p:nvSpPr>
          <p:cNvPr id="9" name="Text Placeholder 5">
            <a:extLst>
              <a:ext uri="{FF2B5EF4-FFF2-40B4-BE49-F238E27FC236}">
                <a16:creationId xmlns:a16="http://schemas.microsoft.com/office/drawing/2014/main" id="{01F6ADC4-B59D-8042-B3AE-00DA26EB6539}"/>
              </a:ext>
            </a:extLst>
          </p:cNvPr>
          <p:cNvSpPr>
            <a:spLocks noGrp="1"/>
          </p:cNvSpPr>
          <p:nvPr>
            <p:ph type="body" sz="quarter" idx="25"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153559179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layout 4 blue squ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10CED-E4D0-394A-A994-568E52745BE6}"/>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73C99CE0-A5C2-6848-95E8-26648CBF4A3F}"/>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8" name="Rectangle: Rounded Corners 9">
            <a:extLst>
              <a:ext uri="{FF2B5EF4-FFF2-40B4-BE49-F238E27FC236}">
                <a16:creationId xmlns:a16="http://schemas.microsoft.com/office/drawing/2014/main" id="{548C103C-88C9-5D4F-86DC-78C608FA6D05}"/>
              </a:ext>
            </a:extLst>
          </p:cNvPr>
          <p:cNvSpPr/>
          <p:nvPr userDrawn="1"/>
        </p:nvSpPr>
        <p:spPr>
          <a:xfrm>
            <a:off x="457200" y="1920240"/>
            <a:ext cx="1934873" cy="1812623"/>
          </a:xfrm>
          <a:prstGeom prst="roundRect">
            <a:avLst/>
          </a:prstGeom>
          <a:gradFill>
            <a:gsLst>
              <a:gs pos="99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5">
            <a:extLst>
              <a:ext uri="{FF2B5EF4-FFF2-40B4-BE49-F238E27FC236}">
                <a16:creationId xmlns:a16="http://schemas.microsoft.com/office/drawing/2014/main" id="{9136F914-035E-324F-8043-0ED88BD468A7}"/>
              </a:ext>
            </a:extLst>
          </p:cNvPr>
          <p:cNvSpPr>
            <a:spLocks noGrp="1"/>
          </p:cNvSpPr>
          <p:nvPr>
            <p:ph type="pic" sz="quarter" idx="26" hasCustomPrompt="1"/>
          </p:nvPr>
        </p:nvSpPr>
        <p:spPr>
          <a:xfrm>
            <a:off x="1009010" y="2357684"/>
            <a:ext cx="831252" cy="937734"/>
          </a:xfrm>
        </p:spPr>
        <p:txBody>
          <a:bodyPr anchor="ctr"/>
          <a:lstStyle>
            <a:lvl1pPr algn="ctr">
              <a:defRPr sz="1400" b="1">
                <a:solidFill>
                  <a:srgbClr val="E63888"/>
                </a:solidFill>
              </a:defRPr>
            </a:lvl1pPr>
          </a:lstStyle>
          <a:p>
            <a:r>
              <a:rPr lang="en-US"/>
              <a:t>Insert image here</a:t>
            </a:r>
          </a:p>
        </p:txBody>
      </p:sp>
      <p:sp>
        <p:nvSpPr>
          <p:cNvPr id="10" name="Rectangle: Rounded Corners 11">
            <a:extLst>
              <a:ext uri="{FF2B5EF4-FFF2-40B4-BE49-F238E27FC236}">
                <a16:creationId xmlns:a16="http://schemas.microsoft.com/office/drawing/2014/main" id="{410E825B-B2FD-CD4D-B2CB-AE0780B3A625}"/>
              </a:ext>
            </a:extLst>
          </p:cNvPr>
          <p:cNvSpPr/>
          <p:nvPr userDrawn="1"/>
        </p:nvSpPr>
        <p:spPr>
          <a:xfrm>
            <a:off x="2468880" y="3815235"/>
            <a:ext cx="1934873" cy="1812623"/>
          </a:xfrm>
          <a:prstGeom prst="roundRect">
            <a:avLst/>
          </a:prstGeom>
          <a:gradFill>
            <a:gsLst>
              <a:gs pos="100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6">
            <a:extLst>
              <a:ext uri="{FF2B5EF4-FFF2-40B4-BE49-F238E27FC236}">
                <a16:creationId xmlns:a16="http://schemas.microsoft.com/office/drawing/2014/main" id="{C43920C1-EE84-3F4E-883C-ADFFB46D3230}"/>
              </a:ext>
            </a:extLst>
          </p:cNvPr>
          <p:cNvSpPr/>
          <p:nvPr userDrawn="1"/>
        </p:nvSpPr>
        <p:spPr>
          <a:xfrm>
            <a:off x="2468880" y="1920240"/>
            <a:ext cx="1934873" cy="1812623"/>
          </a:xfrm>
          <a:prstGeom prst="roundRect">
            <a:avLst/>
          </a:prstGeom>
          <a:gradFill>
            <a:gsLst>
              <a:gs pos="100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7">
            <a:extLst>
              <a:ext uri="{FF2B5EF4-FFF2-40B4-BE49-F238E27FC236}">
                <a16:creationId xmlns:a16="http://schemas.microsoft.com/office/drawing/2014/main" id="{4C119BB1-E22F-3241-BD7C-0156F88EB7BB}"/>
              </a:ext>
            </a:extLst>
          </p:cNvPr>
          <p:cNvSpPr/>
          <p:nvPr userDrawn="1"/>
        </p:nvSpPr>
        <p:spPr>
          <a:xfrm>
            <a:off x="457200" y="3815235"/>
            <a:ext cx="1934873" cy="1812623"/>
          </a:xfrm>
          <a:prstGeom prst="roundRect">
            <a:avLst/>
          </a:prstGeom>
          <a:gradFill>
            <a:gsLst>
              <a:gs pos="99000">
                <a:srgbClr val="1D4F91"/>
              </a:gs>
              <a:gs pos="0">
                <a:srgbClr val="426DA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5">
            <a:extLst>
              <a:ext uri="{FF2B5EF4-FFF2-40B4-BE49-F238E27FC236}">
                <a16:creationId xmlns:a16="http://schemas.microsoft.com/office/drawing/2014/main" id="{424D8AD9-AA3B-B440-895B-40A77F8F6F70}"/>
              </a:ext>
            </a:extLst>
          </p:cNvPr>
          <p:cNvSpPr>
            <a:spLocks noGrp="1"/>
          </p:cNvSpPr>
          <p:nvPr>
            <p:ph type="pic" sz="quarter" idx="27" hasCustomPrompt="1"/>
          </p:nvPr>
        </p:nvSpPr>
        <p:spPr>
          <a:xfrm>
            <a:off x="3024824" y="2357684"/>
            <a:ext cx="831252" cy="937734"/>
          </a:xfrm>
        </p:spPr>
        <p:txBody>
          <a:bodyPr anchor="ctr"/>
          <a:lstStyle>
            <a:lvl1pPr algn="ctr">
              <a:defRPr sz="1400" b="1">
                <a:solidFill>
                  <a:srgbClr val="E63888"/>
                </a:solidFill>
              </a:defRPr>
            </a:lvl1pPr>
          </a:lstStyle>
          <a:p>
            <a:r>
              <a:rPr lang="en-US"/>
              <a:t>Insert image here</a:t>
            </a:r>
          </a:p>
        </p:txBody>
      </p:sp>
      <p:sp>
        <p:nvSpPr>
          <p:cNvPr id="14" name="Picture Placeholder 5">
            <a:extLst>
              <a:ext uri="{FF2B5EF4-FFF2-40B4-BE49-F238E27FC236}">
                <a16:creationId xmlns:a16="http://schemas.microsoft.com/office/drawing/2014/main" id="{855FCD19-4857-CB43-8B3D-00CB7EB73838}"/>
              </a:ext>
            </a:extLst>
          </p:cNvPr>
          <p:cNvSpPr>
            <a:spLocks noGrp="1"/>
          </p:cNvSpPr>
          <p:nvPr>
            <p:ph type="pic" sz="quarter" idx="28" hasCustomPrompt="1"/>
          </p:nvPr>
        </p:nvSpPr>
        <p:spPr>
          <a:xfrm>
            <a:off x="1009010" y="4252679"/>
            <a:ext cx="831252" cy="937734"/>
          </a:xfrm>
        </p:spPr>
        <p:txBody>
          <a:bodyPr anchor="ctr"/>
          <a:lstStyle>
            <a:lvl1pPr algn="ctr">
              <a:defRPr sz="1400" b="1">
                <a:solidFill>
                  <a:srgbClr val="E63888"/>
                </a:solidFill>
              </a:defRPr>
            </a:lvl1pPr>
          </a:lstStyle>
          <a:p>
            <a:r>
              <a:rPr lang="en-US"/>
              <a:t>Insert image here</a:t>
            </a:r>
          </a:p>
        </p:txBody>
      </p:sp>
      <p:sp>
        <p:nvSpPr>
          <p:cNvPr id="15" name="Picture Placeholder 5">
            <a:extLst>
              <a:ext uri="{FF2B5EF4-FFF2-40B4-BE49-F238E27FC236}">
                <a16:creationId xmlns:a16="http://schemas.microsoft.com/office/drawing/2014/main" id="{FD8349F1-E526-6148-9B70-7C0F5642DF16}"/>
              </a:ext>
            </a:extLst>
          </p:cNvPr>
          <p:cNvSpPr>
            <a:spLocks noGrp="1"/>
          </p:cNvSpPr>
          <p:nvPr>
            <p:ph type="pic" sz="quarter" idx="29" hasCustomPrompt="1"/>
          </p:nvPr>
        </p:nvSpPr>
        <p:spPr>
          <a:xfrm>
            <a:off x="3025321" y="4252679"/>
            <a:ext cx="831252" cy="937734"/>
          </a:xfrm>
        </p:spPr>
        <p:txBody>
          <a:bodyPr anchor="ctr"/>
          <a:lstStyle>
            <a:lvl1pPr algn="ctr">
              <a:defRPr sz="1400" b="1">
                <a:solidFill>
                  <a:srgbClr val="E63888"/>
                </a:solidFill>
              </a:defRPr>
            </a:lvl1pPr>
          </a:lstStyle>
          <a:p>
            <a:r>
              <a:rPr lang="en-US"/>
              <a:t>Insert image here</a:t>
            </a:r>
          </a:p>
        </p:txBody>
      </p:sp>
      <p:sp>
        <p:nvSpPr>
          <p:cNvPr id="16" name="Text Placeholder 5">
            <a:extLst>
              <a:ext uri="{FF2B5EF4-FFF2-40B4-BE49-F238E27FC236}">
                <a16:creationId xmlns:a16="http://schemas.microsoft.com/office/drawing/2014/main" id="{DF6101F7-FE2C-D44F-85A0-F63179FEA0C7}"/>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7" name="Text Placeholder 6">
            <a:extLst>
              <a:ext uri="{FF2B5EF4-FFF2-40B4-BE49-F238E27FC236}">
                <a16:creationId xmlns:a16="http://schemas.microsoft.com/office/drawing/2014/main" id="{447CEC38-3ADD-F349-BED5-37BB3D118985}"/>
              </a:ext>
            </a:extLst>
          </p:cNvPr>
          <p:cNvSpPr>
            <a:spLocks noGrp="1"/>
          </p:cNvSpPr>
          <p:nvPr>
            <p:ph type="body" sz="quarter" idx="24" hasCustomPrompt="1"/>
          </p:nvPr>
        </p:nvSpPr>
        <p:spPr>
          <a:xfrm>
            <a:off x="4810309" y="2011680"/>
            <a:ext cx="6921316"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Tree>
    <p:extLst>
      <p:ext uri="{BB962C8B-B14F-4D97-AF65-F5344CB8AC3E}">
        <p14:creationId xmlns:p14="http://schemas.microsoft.com/office/powerpoint/2010/main" val="40958672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layout 4 raspberry squ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10CED-E4D0-394A-A994-568E52745BE6}"/>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73C99CE0-A5C2-6848-95E8-26648CBF4A3F}"/>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8" name="Rectangle: Rounded Corners 9">
            <a:extLst>
              <a:ext uri="{FF2B5EF4-FFF2-40B4-BE49-F238E27FC236}">
                <a16:creationId xmlns:a16="http://schemas.microsoft.com/office/drawing/2014/main" id="{548C103C-88C9-5D4F-86DC-78C608FA6D05}"/>
              </a:ext>
            </a:extLst>
          </p:cNvPr>
          <p:cNvSpPr/>
          <p:nvPr userDrawn="1"/>
        </p:nvSpPr>
        <p:spPr>
          <a:xfrm>
            <a:off x="457200" y="1920240"/>
            <a:ext cx="1934873" cy="1812623"/>
          </a:xfrm>
          <a:prstGeom prst="roundRect">
            <a:avLst/>
          </a:prstGeom>
          <a:gradFill>
            <a:gsLst>
              <a:gs pos="99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5">
            <a:extLst>
              <a:ext uri="{FF2B5EF4-FFF2-40B4-BE49-F238E27FC236}">
                <a16:creationId xmlns:a16="http://schemas.microsoft.com/office/drawing/2014/main" id="{9136F914-035E-324F-8043-0ED88BD468A7}"/>
              </a:ext>
            </a:extLst>
          </p:cNvPr>
          <p:cNvSpPr>
            <a:spLocks noGrp="1"/>
          </p:cNvSpPr>
          <p:nvPr>
            <p:ph type="pic" sz="quarter" idx="26" hasCustomPrompt="1"/>
          </p:nvPr>
        </p:nvSpPr>
        <p:spPr>
          <a:xfrm>
            <a:off x="1009010" y="2357684"/>
            <a:ext cx="831252" cy="937734"/>
          </a:xfrm>
        </p:spPr>
        <p:txBody>
          <a:bodyPr anchor="ctr"/>
          <a:lstStyle>
            <a:lvl1pPr algn="ctr">
              <a:defRPr sz="1400" b="1">
                <a:solidFill>
                  <a:srgbClr val="E63888"/>
                </a:solidFill>
              </a:defRPr>
            </a:lvl1pPr>
          </a:lstStyle>
          <a:p>
            <a:r>
              <a:rPr lang="en-US"/>
              <a:t>Insert image here</a:t>
            </a:r>
          </a:p>
        </p:txBody>
      </p:sp>
      <p:sp>
        <p:nvSpPr>
          <p:cNvPr id="10" name="Rectangle: Rounded Corners 11">
            <a:extLst>
              <a:ext uri="{FF2B5EF4-FFF2-40B4-BE49-F238E27FC236}">
                <a16:creationId xmlns:a16="http://schemas.microsoft.com/office/drawing/2014/main" id="{410E825B-B2FD-CD4D-B2CB-AE0780B3A625}"/>
              </a:ext>
            </a:extLst>
          </p:cNvPr>
          <p:cNvSpPr/>
          <p:nvPr userDrawn="1"/>
        </p:nvSpPr>
        <p:spPr>
          <a:xfrm>
            <a:off x="2468880" y="3815235"/>
            <a:ext cx="1934873" cy="1812623"/>
          </a:xfrm>
          <a:prstGeom prst="roundRect">
            <a:avLst/>
          </a:prstGeom>
          <a:gradFill>
            <a:gsLst>
              <a:gs pos="100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6">
            <a:extLst>
              <a:ext uri="{FF2B5EF4-FFF2-40B4-BE49-F238E27FC236}">
                <a16:creationId xmlns:a16="http://schemas.microsoft.com/office/drawing/2014/main" id="{C43920C1-EE84-3F4E-883C-ADFFB46D3230}"/>
              </a:ext>
            </a:extLst>
          </p:cNvPr>
          <p:cNvSpPr/>
          <p:nvPr userDrawn="1"/>
        </p:nvSpPr>
        <p:spPr>
          <a:xfrm>
            <a:off x="2468880" y="1920240"/>
            <a:ext cx="1934873" cy="1812623"/>
          </a:xfrm>
          <a:prstGeom prst="roundRect">
            <a:avLst/>
          </a:prstGeom>
          <a:gradFill>
            <a:gsLst>
              <a:gs pos="100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7">
            <a:extLst>
              <a:ext uri="{FF2B5EF4-FFF2-40B4-BE49-F238E27FC236}">
                <a16:creationId xmlns:a16="http://schemas.microsoft.com/office/drawing/2014/main" id="{4C119BB1-E22F-3241-BD7C-0156F88EB7BB}"/>
              </a:ext>
            </a:extLst>
          </p:cNvPr>
          <p:cNvSpPr/>
          <p:nvPr userDrawn="1"/>
        </p:nvSpPr>
        <p:spPr>
          <a:xfrm>
            <a:off x="457200" y="3815235"/>
            <a:ext cx="1934873" cy="1812623"/>
          </a:xfrm>
          <a:prstGeom prst="roundRect">
            <a:avLst/>
          </a:prstGeom>
          <a:gradFill>
            <a:gsLst>
              <a:gs pos="98000">
                <a:srgbClr val="6D2077"/>
              </a:gs>
              <a:gs pos="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5">
            <a:extLst>
              <a:ext uri="{FF2B5EF4-FFF2-40B4-BE49-F238E27FC236}">
                <a16:creationId xmlns:a16="http://schemas.microsoft.com/office/drawing/2014/main" id="{424D8AD9-AA3B-B440-895B-40A77F8F6F70}"/>
              </a:ext>
            </a:extLst>
          </p:cNvPr>
          <p:cNvSpPr>
            <a:spLocks noGrp="1"/>
          </p:cNvSpPr>
          <p:nvPr>
            <p:ph type="pic" sz="quarter" idx="27" hasCustomPrompt="1"/>
          </p:nvPr>
        </p:nvSpPr>
        <p:spPr>
          <a:xfrm>
            <a:off x="3024824" y="2357684"/>
            <a:ext cx="831252" cy="937734"/>
          </a:xfrm>
        </p:spPr>
        <p:txBody>
          <a:bodyPr anchor="ctr"/>
          <a:lstStyle>
            <a:lvl1pPr algn="ctr">
              <a:defRPr sz="1400" b="1">
                <a:solidFill>
                  <a:srgbClr val="E63888"/>
                </a:solidFill>
              </a:defRPr>
            </a:lvl1pPr>
          </a:lstStyle>
          <a:p>
            <a:r>
              <a:rPr lang="en-US"/>
              <a:t>Insert image here</a:t>
            </a:r>
          </a:p>
        </p:txBody>
      </p:sp>
      <p:sp>
        <p:nvSpPr>
          <p:cNvPr id="14" name="Picture Placeholder 5">
            <a:extLst>
              <a:ext uri="{FF2B5EF4-FFF2-40B4-BE49-F238E27FC236}">
                <a16:creationId xmlns:a16="http://schemas.microsoft.com/office/drawing/2014/main" id="{855FCD19-4857-CB43-8B3D-00CB7EB73838}"/>
              </a:ext>
            </a:extLst>
          </p:cNvPr>
          <p:cNvSpPr>
            <a:spLocks noGrp="1"/>
          </p:cNvSpPr>
          <p:nvPr>
            <p:ph type="pic" sz="quarter" idx="28" hasCustomPrompt="1"/>
          </p:nvPr>
        </p:nvSpPr>
        <p:spPr>
          <a:xfrm>
            <a:off x="1009010" y="4252679"/>
            <a:ext cx="831252" cy="937734"/>
          </a:xfrm>
        </p:spPr>
        <p:txBody>
          <a:bodyPr anchor="ctr"/>
          <a:lstStyle>
            <a:lvl1pPr algn="ctr">
              <a:defRPr sz="1400" b="1">
                <a:solidFill>
                  <a:srgbClr val="E63888"/>
                </a:solidFill>
              </a:defRPr>
            </a:lvl1pPr>
          </a:lstStyle>
          <a:p>
            <a:r>
              <a:rPr lang="en-US"/>
              <a:t>Insert image here</a:t>
            </a:r>
          </a:p>
        </p:txBody>
      </p:sp>
      <p:sp>
        <p:nvSpPr>
          <p:cNvPr id="15" name="Picture Placeholder 5">
            <a:extLst>
              <a:ext uri="{FF2B5EF4-FFF2-40B4-BE49-F238E27FC236}">
                <a16:creationId xmlns:a16="http://schemas.microsoft.com/office/drawing/2014/main" id="{FD8349F1-E526-6148-9B70-7C0F5642DF16}"/>
              </a:ext>
            </a:extLst>
          </p:cNvPr>
          <p:cNvSpPr>
            <a:spLocks noGrp="1"/>
          </p:cNvSpPr>
          <p:nvPr>
            <p:ph type="pic" sz="quarter" idx="29" hasCustomPrompt="1"/>
          </p:nvPr>
        </p:nvSpPr>
        <p:spPr>
          <a:xfrm>
            <a:off x="3025321" y="4252679"/>
            <a:ext cx="831252" cy="937734"/>
          </a:xfrm>
        </p:spPr>
        <p:txBody>
          <a:bodyPr anchor="ctr"/>
          <a:lstStyle>
            <a:lvl1pPr algn="ctr">
              <a:defRPr sz="1400" b="1">
                <a:solidFill>
                  <a:srgbClr val="E63888"/>
                </a:solidFill>
              </a:defRPr>
            </a:lvl1pPr>
          </a:lstStyle>
          <a:p>
            <a:r>
              <a:rPr lang="en-US"/>
              <a:t>Insert image here</a:t>
            </a:r>
          </a:p>
        </p:txBody>
      </p:sp>
      <p:sp>
        <p:nvSpPr>
          <p:cNvPr id="16" name="Text Placeholder 5">
            <a:extLst>
              <a:ext uri="{FF2B5EF4-FFF2-40B4-BE49-F238E27FC236}">
                <a16:creationId xmlns:a16="http://schemas.microsoft.com/office/drawing/2014/main" id="{DF6101F7-FE2C-D44F-85A0-F63179FEA0C7}"/>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7" name="Text Placeholder 6">
            <a:extLst>
              <a:ext uri="{FF2B5EF4-FFF2-40B4-BE49-F238E27FC236}">
                <a16:creationId xmlns:a16="http://schemas.microsoft.com/office/drawing/2014/main" id="{DDEAE582-691B-E447-BD06-E9A3DE0F16D6}"/>
              </a:ext>
            </a:extLst>
          </p:cNvPr>
          <p:cNvSpPr>
            <a:spLocks noGrp="1"/>
          </p:cNvSpPr>
          <p:nvPr>
            <p:ph type="body" sz="quarter" idx="24" hasCustomPrompt="1"/>
          </p:nvPr>
        </p:nvSpPr>
        <p:spPr>
          <a:xfrm>
            <a:off x="4810309" y="2011680"/>
            <a:ext cx="6921316"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Tree>
    <p:extLst>
      <p:ext uri="{BB962C8B-B14F-4D97-AF65-F5344CB8AC3E}">
        <p14:creationId xmlns:p14="http://schemas.microsoft.com/office/powerpoint/2010/main" val="40474631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layout 4 pink squ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10CED-E4D0-394A-A994-568E52745BE6}"/>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73C99CE0-A5C2-6848-95E8-26648CBF4A3F}"/>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8" name="Rectangle: Rounded Corners 9">
            <a:extLst>
              <a:ext uri="{FF2B5EF4-FFF2-40B4-BE49-F238E27FC236}">
                <a16:creationId xmlns:a16="http://schemas.microsoft.com/office/drawing/2014/main" id="{548C103C-88C9-5D4F-86DC-78C608FA6D05}"/>
              </a:ext>
            </a:extLst>
          </p:cNvPr>
          <p:cNvSpPr/>
          <p:nvPr userDrawn="1"/>
        </p:nvSpPr>
        <p:spPr>
          <a:xfrm>
            <a:off x="457200" y="1920240"/>
            <a:ext cx="1934873" cy="1812623"/>
          </a:xfrm>
          <a:prstGeom prst="roundRect">
            <a:avLst/>
          </a:prstGeom>
          <a:gradFill>
            <a:gsLst>
              <a:gs pos="99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5">
            <a:extLst>
              <a:ext uri="{FF2B5EF4-FFF2-40B4-BE49-F238E27FC236}">
                <a16:creationId xmlns:a16="http://schemas.microsoft.com/office/drawing/2014/main" id="{9136F914-035E-324F-8043-0ED88BD468A7}"/>
              </a:ext>
            </a:extLst>
          </p:cNvPr>
          <p:cNvSpPr>
            <a:spLocks noGrp="1"/>
          </p:cNvSpPr>
          <p:nvPr>
            <p:ph type="pic" sz="quarter" idx="26" hasCustomPrompt="1"/>
          </p:nvPr>
        </p:nvSpPr>
        <p:spPr>
          <a:xfrm>
            <a:off x="1009010" y="2357684"/>
            <a:ext cx="831252" cy="937734"/>
          </a:xfrm>
        </p:spPr>
        <p:txBody>
          <a:bodyPr anchor="ctr"/>
          <a:lstStyle>
            <a:lvl1pPr algn="ctr">
              <a:defRPr sz="1400" b="1">
                <a:solidFill>
                  <a:schemeClr val="bg1"/>
                </a:solidFill>
              </a:defRPr>
            </a:lvl1pPr>
          </a:lstStyle>
          <a:p>
            <a:r>
              <a:rPr lang="en-US"/>
              <a:t>Insert image here</a:t>
            </a:r>
          </a:p>
        </p:txBody>
      </p:sp>
      <p:sp>
        <p:nvSpPr>
          <p:cNvPr id="10" name="Rectangle: Rounded Corners 11">
            <a:extLst>
              <a:ext uri="{FF2B5EF4-FFF2-40B4-BE49-F238E27FC236}">
                <a16:creationId xmlns:a16="http://schemas.microsoft.com/office/drawing/2014/main" id="{410E825B-B2FD-CD4D-B2CB-AE0780B3A625}"/>
              </a:ext>
            </a:extLst>
          </p:cNvPr>
          <p:cNvSpPr/>
          <p:nvPr userDrawn="1"/>
        </p:nvSpPr>
        <p:spPr>
          <a:xfrm>
            <a:off x="2468880" y="3815235"/>
            <a:ext cx="1934873" cy="1812623"/>
          </a:xfrm>
          <a:prstGeom prst="roundRect">
            <a:avLst/>
          </a:prstGeom>
          <a:gradFill>
            <a:gsLst>
              <a:gs pos="100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6">
            <a:extLst>
              <a:ext uri="{FF2B5EF4-FFF2-40B4-BE49-F238E27FC236}">
                <a16:creationId xmlns:a16="http://schemas.microsoft.com/office/drawing/2014/main" id="{C43920C1-EE84-3F4E-883C-ADFFB46D3230}"/>
              </a:ext>
            </a:extLst>
          </p:cNvPr>
          <p:cNvSpPr/>
          <p:nvPr userDrawn="1"/>
        </p:nvSpPr>
        <p:spPr>
          <a:xfrm>
            <a:off x="2468880" y="1920240"/>
            <a:ext cx="1934873" cy="1812623"/>
          </a:xfrm>
          <a:prstGeom prst="roundRect">
            <a:avLst/>
          </a:prstGeom>
          <a:gradFill>
            <a:gsLst>
              <a:gs pos="100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7">
            <a:extLst>
              <a:ext uri="{FF2B5EF4-FFF2-40B4-BE49-F238E27FC236}">
                <a16:creationId xmlns:a16="http://schemas.microsoft.com/office/drawing/2014/main" id="{4C119BB1-E22F-3241-BD7C-0156F88EB7BB}"/>
              </a:ext>
            </a:extLst>
          </p:cNvPr>
          <p:cNvSpPr/>
          <p:nvPr userDrawn="1"/>
        </p:nvSpPr>
        <p:spPr>
          <a:xfrm>
            <a:off x="457200" y="3815235"/>
            <a:ext cx="1934873" cy="1812623"/>
          </a:xfrm>
          <a:prstGeom prst="roundRect">
            <a:avLst/>
          </a:prstGeom>
          <a:gradFill>
            <a:gsLst>
              <a:gs pos="99000">
                <a:srgbClr val="B01685"/>
              </a:gs>
              <a:gs pos="0">
                <a:srgbClr val="E6388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5">
            <a:extLst>
              <a:ext uri="{FF2B5EF4-FFF2-40B4-BE49-F238E27FC236}">
                <a16:creationId xmlns:a16="http://schemas.microsoft.com/office/drawing/2014/main" id="{424D8AD9-AA3B-B440-895B-40A77F8F6F70}"/>
              </a:ext>
            </a:extLst>
          </p:cNvPr>
          <p:cNvSpPr>
            <a:spLocks noGrp="1"/>
          </p:cNvSpPr>
          <p:nvPr>
            <p:ph type="pic" sz="quarter" idx="27" hasCustomPrompt="1"/>
          </p:nvPr>
        </p:nvSpPr>
        <p:spPr>
          <a:xfrm>
            <a:off x="3024824" y="2357684"/>
            <a:ext cx="831252" cy="937734"/>
          </a:xfrm>
        </p:spPr>
        <p:txBody>
          <a:bodyPr anchor="ctr"/>
          <a:lstStyle>
            <a:lvl1pPr algn="ctr">
              <a:defRPr sz="1400" b="1">
                <a:solidFill>
                  <a:schemeClr val="bg1"/>
                </a:solidFill>
              </a:defRPr>
            </a:lvl1pPr>
          </a:lstStyle>
          <a:p>
            <a:r>
              <a:rPr lang="en-US"/>
              <a:t>Insert image here</a:t>
            </a:r>
          </a:p>
        </p:txBody>
      </p:sp>
      <p:sp>
        <p:nvSpPr>
          <p:cNvPr id="14" name="Picture Placeholder 5">
            <a:extLst>
              <a:ext uri="{FF2B5EF4-FFF2-40B4-BE49-F238E27FC236}">
                <a16:creationId xmlns:a16="http://schemas.microsoft.com/office/drawing/2014/main" id="{855FCD19-4857-CB43-8B3D-00CB7EB73838}"/>
              </a:ext>
            </a:extLst>
          </p:cNvPr>
          <p:cNvSpPr>
            <a:spLocks noGrp="1"/>
          </p:cNvSpPr>
          <p:nvPr>
            <p:ph type="pic" sz="quarter" idx="28" hasCustomPrompt="1"/>
          </p:nvPr>
        </p:nvSpPr>
        <p:spPr>
          <a:xfrm>
            <a:off x="1009010" y="4252679"/>
            <a:ext cx="831252" cy="937734"/>
          </a:xfrm>
        </p:spPr>
        <p:txBody>
          <a:bodyPr anchor="ctr"/>
          <a:lstStyle>
            <a:lvl1pPr algn="ctr">
              <a:defRPr sz="1400" b="1">
                <a:solidFill>
                  <a:schemeClr val="bg1"/>
                </a:solidFill>
              </a:defRPr>
            </a:lvl1pPr>
          </a:lstStyle>
          <a:p>
            <a:r>
              <a:rPr lang="en-US"/>
              <a:t>Insert image here</a:t>
            </a:r>
          </a:p>
        </p:txBody>
      </p:sp>
      <p:sp>
        <p:nvSpPr>
          <p:cNvPr id="15" name="Picture Placeholder 5">
            <a:extLst>
              <a:ext uri="{FF2B5EF4-FFF2-40B4-BE49-F238E27FC236}">
                <a16:creationId xmlns:a16="http://schemas.microsoft.com/office/drawing/2014/main" id="{FD8349F1-E526-6148-9B70-7C0F5642DF16}"/>
              </a:ext>
            </a:extLst>
          </p:cNvPr>
          <p:cNvSpPr>
            <a:spLocks noGrp="1"/>
          </p:cNvSpPr>
          <p:nvPr>
            <p:ph type="pic" sz="quarter" idx="29" hasCustomPrompt="1"/>
          </p:nvPr>
        </p:nvSpPr>
        <p:spPr>
          <a:xfrm>
            <a:off x="3025321" y="4252679"/>
            <a:ext cx="831252" cy="937734"/>
          </a:xfrm>
        </p:spPr>
        <p:txBody>
          <a:bodyPr anchor="ctr"/>
          <a:lstStyle>
            <a:lvl1pPr algn="ctr">
              <a:defRPr sz="1400" b="1">
                <a:solidFill>
                  <a:schemeClr val="bg1"/>
                </a:solidFill>
              </a:defRPr>
            </a:lvl1pPr>
          </a:lstStyle>
          <a:p>
            <a:r>
              <a:rPr lang="en-US"/>
              <a:t>Insert image here</a:t>
            </a:r>
          </a:p>
        </p:txBody>
      </p:sp>
      <p:sp>
        <p:nvSpPr>
          <p:cNvPr id="16" name="Text Placeholder 5">
            <a:extLst>
              <a:ext uri="{FF2B5EF4-FFF2-40B4-BE49-F238E27FC236}">
                <a16:creationId xmlns:a16="http://schemas.microsoft.com/office/drawing/2014/main" id="{DF6101F7-FE2C-D44F-85A0-F63179FEA0C7}"/>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7" name="Text Placeholder 6">
            <a:extLst>
              <a:ext uri="{FF2B5EF4-FFF2-40B4-BE49-F238E27FC236}">
                <a16:creationId xmlns:a16="http://schemas.microsoft.com/office/drawing/2014/main" id="{D7ADAEA7-739C-7B4D-976B-E9976EB92153}"/>
              </a:ext>
            </a:extLst>
          </p:cNvPr>
          <p:cNvSpPr>
            <a:spLocks noGrp="1"/>
          </p:cNvSpPr>
          <p:nvPr>
            <p:ph type="body" sz="quarter" idx="24" hasCustomPrompt="1"/>
          </p:nvPr>
        </p:nvSpPr>
        <p:spPr>
          <a:xfrm>
            <a:off x="4810309" y="2011680"/>
            <a:ext cx="6921316"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Tree>
    <p:extLst>
      <p:ext uri="{BB962C8B-B14F-4D97-AF65-F5344CB8AC3E}">
        <p14:creationId xmlns:p14="http://schemas.microsoft.com/office/powerpoint/2010/main" val="31637084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layout blu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5F6DF3F-FF95-914E-8A55-2E18BABAC6C5}"/>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Rectangle 3">
            <a:extLst>
              <a:ext uri="{FF2B5EF4-FFF2-40B4-BE49-F238E27FC236}">
                <a16:creationId xmlns:a16="http://schemas.microsoft.com/office/drawing/2014/main" id="{E21DE3C6-191B-F54A-A133-365CE78F2BE3}"/>
              </a:ext>
            </a:extLst>
          </p:cNvPr>
          <p:cNvSpPr/>
          <p:nvPr userDrawn="1"/>
        </p:nvSpPr>
        <p:spPr>
          <a:xfrm>
            <a:off x="4238625" y="0"/>
            <a:ext cx="7953375" cy="6858000"/>
          </a:xfrm>
          <a:prstGeom prst="rect">
            <a:avLst/>
          </a:prstGeom>
          <a:gradFill>
            <a:gsLst>
              <a:gs pos="0">
                <a:srgbClr val="426DA9"/>
              </a:gs>
              <a:gs pos="100000">
                <a:srgbClr val="1D4F9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6">
            <a:extLst>
              <a:ext uri="{FF2B5EF4-FFF2-40B4-BE49-F238E27FC236}">
                <a16:creationId xmlns:a16="http://schemas.microsoft.com/office/drawing/2014/main" id="{E3A24411-0F70-1248-9B34-70FA4A3AE520}"/>
              </a:ext>
            </a:extLst>
          </p:cNvPr>
          <p:cNvSpPr>
            <a:spLocks noGrp="1"/>
          </p:cNvSpPr>
          <p:nvPr>
            <p:ph type="body" sz="quarter" idx="24" hasCustomPrompt="1"/>
          </p:nvPr>
        </p:nvSpPr>
        <p:spPr>
          <a:xfrm>
            <a:off x="457200" y="2011680"/>
            <a:ext cx="3598985"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
        <p:nvSpPr>
          <p:cNvPr id="7" name="Text Placeholder 6">
            <a:extLst>
              <a:ext uri="{FF2B5EF4-FFF2-40B4-BE49-F238E27FC236}">
                <a16:creationId xmlns:a16="http://schemas.microsoft.com/office/drawing/2014/main" id="{228DFEB7-9769-DC40-9BA9-06F09AD04AAB}"/>
              </a:ext>
            </a:extLst>
          </p:cNvPr>
          <p:cNvSpPr>
            <a:spLocks noGrp="1"/>
          </p:cNvSpPr>
          <p:nvPr>
            <p:ph type="body" sz="quarter" idx="25" hasCustomPrompt="1"/>
          </p:nvPr>
        </p:nvSpPr>
        <p:spPr>
          <a:xfrm>
            <a:off x="5553076" y="2133600"/>
            <a:ext cx="5627914" cy="2203937"/>
          </a:xfrm>
        </p:spPr>
        <p:txBody>
          <a:bodyPr lIns="0" rIns="91440"/>
          <a:lstStyle>
            <a:lvl1pPr>
              <a:lnSpc>
                <a:spcPct val="120000"/>
              </a:lnSpc>
              <a:defRPr sz="2800" b="0">
                <a:solidFill>
                  <a:schemeClr val="bg1"/>
                </a:solidFill>
              </a:defRPr>
            </a:lvl1pPr>
            <a:lvl2pPr marL="0" indent="0">
              <a:lnSpc>
                <a:spcPct val="120000"/>
              </a:lnSpc>
              <a:spcBef>
                <a:spcPts val="2300"/>
              </a:spcBef>
              <a:buFontTx/>
              <a:buNone/>
              <a:defRPr sz="1600">
                <a:solidFill>
                  <a:schemeClr val="bg1"/>
                </a:solidFill>
              </a:defRPr>
            </a:lvl2pPr>
          </a:lstStyle>
          <a:p>
            <a:pPr lvl="0"/>
            <a:r>
              <a:rPr lang="en-US" dirty="0"/>
              <a:t>Quote appears here in preset 28pt size with overhanging double quotation marks as default.”</a:t>
            </a:r>
          </a:p>
          <a:p>
            <a:pPr lvl="1"/>
            <a:r>
              <a:rPr lang="en-US" dirty="0"/>
              <a:t>Name for quote</a:t>
            </a:r>
          </a:p>
        </p:txBody>
      </p:sp>
      <p:sp>
        <p:nvSpPr>
          <p:cNvPr id="8" name="Text Placeholder 6">
            <a:extLst>
              <a:ext uri="{FF2B5EF4-FFF2-40B4-BE49-F238E27FC236}">
                <a16:creationId xmlns:a16="http://schemas.microsoft.com/office/drawing/2014/main" id="{58C2AC09-C7D0-B049-83C3-6855DB51B019}"/>
              </a:ext>
            </a:extLst>
          </p:cNvPr>
          <p:cNvSpPr>
            <a:spLocks noGrp="1"/>
          </p:cNvSpPr>
          <p:nvPr>
            <p:ph type="body" sz="quarter" idx="27" hasCustomPrompt="1"/>
          </p:nvPr>
        </p:nvSpPr>
        <p:spPr>
          <a:xfrm>
            <a:off x="5113566" y="928691"/>
            <a:ext cx="1258659" cy="1062036"/>
          </a:xfrm>
        </p:spPr>
        <p:txBody>
          <a:bodyPr lIns="0" rIns="91440" anchor="t">
            <a:noAutofit/>
          </a:bodyPr>
          <a:lstStyle>
            <a:lvl1pPr>
              <a:lnSpc>
                <a:spcPct val="120000"/>
              </a:lnSpc>
              <a:defRPr sz="14000" b="1">
                <a:solidFill>
                  <a:schemeClr val="bg1"/>
                </a:solidFill>
              </a:defRPr>
            </a:lvl1pPr>
            <a:lvl2pPr marL="0" indent="0">
              <a:lnSpc>
                <a:spcPct val="120000"/>
              </a:lnSpc>
              <a:buFontTx/>
              <a:buNone/>
              <a:defRPr sz="2800">
                <a:solidFill>
                  <a:schemeClr val="bg1"/>
                </a:solidFill>
              </a:defRPr>
            </a:lvl2pPr>
          </a:lstStyle>
          <a:p>
            <a:pPr lvl="0"/>
            <a:r>
              <a:rPr lang="en-US" dirty="0"/>
              <a:t>“</a:t>
            </a:r>
          </a:p>
        </p:txBody>
      </p:sp>
      <p:pic>
        <p:nvPicPr>
          <p:cNvPr id="2" name="Picture 1">
            <a:extLst>
              <a:ext uri="{FF2B5EF4-FFF2-40B4-BE49-F238E27FC236}">
                <a16:creationId xmlns:a16="http://schemas.microsoft.com/office/drawing/2014/main" id="{82EB855A-BA94-842B-A816-C65D9FD37E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83950" y="5912138"/>
            <a:ext cx="600076" cy="739488"/>
          </a:xfrm>
          <a:prstGeom prst="rect">
            <a:avLst/>
          </a:prstGeom>
        </p:spPr>
      </p:pic>
    </p:spTree>
    <p:extLst>
      <p:ext uri="{BB962C8B-B14F-4D97-AF65-F5344CB8AC3E}">
        <p14:creationId xmlns:p14="http://schemas.microsoft.com/office/powerpoint/2010/main" val="24785295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Quote layout raspberr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5F6DF3F-FF95-914E-8A55-2E18BABAC6C5}"/>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Rectangle 3">
            <a:extLst>
              <a:ext uri="{FF2B5EF4-FFF2-40B4-BE49-F238E27FC236}">
                <a16:creationId xmlns:a16="http://schemas.microsoft.com/office/drawing/2014/main" id="{E21DE3C6-191B-F54A-A133-365CE78F2BE3}"/>
              </a:ext>
            </a:extLst>
          </p:cNvPr>
          <p:cNvSpPr/>
          <p:nvPr userDrawn="1"/>
        </p:nvSpPr>
        <p:spPr>
          <a:xfrm>
            <a:off x="4238625" y="0"/>
            <a:ext cx="7953375" cy="6858000"/>
          </a:xfrm>
          <a:prstGeom prst="rect">
            <a:avLst/>
          </a:prstGeom>
          <a:gradFill>
            <a:gsLst>
              <a:gs pos="0">
                <a:srgbClr val="B01685"/>
              </a:gs>
              <a:gs pos="100000">
                <a:srgbClr val="6D207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6">
            <a:extLst>
              <a:ext uri="{FF2B5EF4-FFF2-40B4-BE49-F238E27FC236}">
                <a16:creationId xmlns:a16="http://schemas.microsoft.com/office/drawing/2014/main" id="{E3A24411-0F70-1248-9B34-70FA4A3AE520}"/>
              </a:ext>
            </a:extLst>
          </p:cNvPr>
          <p:cNvSpPr>
            <a:spLocks noGrp="1"/>
          </p:cNvSpPr>
          <p:nvPr>
            <p:ph type="body" sz="quarter" idx="24" hasCustomPrompt="1"/>
          </p:nvPr>
        </p:nvSpPr>
        <p:spPr>
          <a:xfrm>
            <a:off x="457200" y="2011680"/>
            <a:ext cx="3598985"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
        <p:nvSpPr>
          <p:cNvPr id="7" name="Text Placeholder 6">
            <a:extLst>
              <a:ext uri="{FF2B5EF4-FFF2-40B4-BE49-F238E27FC236}">
                <a16:creationId xmlns:a16="http://schemas.microsoft.com/office/drawing/2014/main" id="{228DFEB7-9769-DC40-9BA9-06F09AD04AAB}"/>
              </a:ext>
            </a:extLst>
          </p:cNvPr>
          <p:cNvSpPr>
            <a:spLocks noGrp="1"/>
          </p:cNvSpPr>
          <p:nvPr>
            <p:ph type="body" sz="quarter" idx="25" hasCustomPrompt="1"/>
          </p:nvPr>
        </p:nvSpPr>
        <p:spPr>
          <a:xfrm>
            <a:off x="5553076" y="2133600"/>
            <a:ext cx="5627914" cy="2203937"/>
          </a:xfrm>
        </p:spPr>
        <p:txBody>
          <a:bodyPr lIns="0" rIns="91440"/>
          <a:lstStyle>
            <a:lvl1pPr>
              <a:lnSpc>
                <a:spcPct val="120000"/>
              </a:lnSpc>
              <a:defRPr sz="2800" b="0">
                <a:solidFill>
                  <a:schemeClr val="bg1"/>
                </a:solidFill>
              </a:defRPr>
            </a:lvl1pPr>
            <a:lvl2pPr marL="0" indent="0">
              <a:lnSpc>
                <a:spcPct val="120000"/>
              </a:lnSpc>
              <a:spcBef>
                <a:spcPts val="2300"/>
              </a:spcBef>
              <a:buFontTx/>
              <a:buNone/>
              <a:defRPr sz="1600">
                <a:solidFill>
                  <a:schemeClr val="bg1"/>
                </a:solidFill>
              </a:defRPr>
            </a:lvl2pPr>
          </a:lstStyle>
          <a:p>
            <a:pPr lvl="0"/>
            <a:r>
              <a:rPr lang="en-US" dirty="0"/>
              <a:t>Quote appears here in preset 28pt size with overhanging double quotation marks as default.”</a:t>
            </a:r>
          </a:p>
          <a:p>
            <a:pPr lvl="1"/>
            <a:r>
              <a:rPr lang="en-US" dirty="0"/>
              <a:t>Name for quote</a:t>
            </a:r>
          </a:p>
        </p:txBody>
      </p:sp>
      <p:sp>
        <p:nvSpPr>
          <p:cNvPr id="8" name="Text Placeholder 6">
            <a:extLst>
              <a:ext uri="{FF2B5EF4-FFF2-40B4-BE49-F238E27FC236}">
                <a16:creationId xmlns:a16="http://schemas.microsoft.com/office/drawing/2014/main" id="{58C2AC09-C7D0-B049-83C3-6855DB51B019}"/>
              </a:ext>
            </a:extLst>
          </p:cNvPr>
          <p:cNvSpPr>
            <a:spLocks noGrp="1"/>
          </p:cNvSpPr>
          <p:nvPr>
            <p:ph type="body" sz="quarter" idx="27" hasCustomPrompt="1"/>
          </p:nvPr>
        </p:nvSpPr>
        <p:spPr>
          <a:xfrm>
            <a:off x="5113566" y="928691"/>
            <a:ext cx="1258659" cy="1062036"/>
          </a:xfrm>
        </p:spPr>
        <p:txBody>
          <a:bodyPr lIns="0" rIns="91440" anchor="t">
            <a:noAutofit/>
          </a:bodyPr>
          <a:lstStyle>
            <a:lvl1pPr>
              <a:lnSpc>
                <a:spcPct val="120000"/>
              </a:lnSpc>
              <a:defRPr sz="14000" b="1">
                <a:solidFill>
                  <a:schemeClr val="bg1"/>
                </a:solidFill>
              </a:defRPr>
            </a:lvl1pPr>
            <a:lvl2pPr marL="0" indent="0">
              <a:lnSpc>
                <a:spcPct val="120000"/>
              </a:lnSpc>
              <a:buFontTx/>
              <a:buNone/>
              <a:defRPr sz="2800">
                <a:solidFill>
                  <a:schemeClr val="bg1"/>
                </a:solidFill>
              </a:defRPr>
            </a:lvl2pPr>
          </a:lstStyle>
          <a:p>
            <a:pPr lvl="0"/>
            <a:r>
              <a:rPr lang="en-US" dirty="0"/>
              <a:t>“</a:t>
            </a:r>
          </a:p>
        </p:txBody>
      </p:sp>
      <p:pic>
        <p:nvPicPr>
          <p:cNvPr id="2" name="Picture 1">
            <a:extLst>
              <a:ext uri="{FF2B5EF4-FFF2-40B4-BE49-F238E27FC236}">
                <a16:creationId xmlns:a16="http://schemas.microsoft.com/office/drawing/2014/main" id="{4FEAD2C6-E752-FB76-9627-1F6CA396D1A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83950" y="5912138"/>
            <a:ext cx="600076" cy="739488"/>
          </a:xfrm>
          <a:prstGeom prst="rect">
            <a:avLst/>
          </a:prstGeom>
        </p:spPr>
      </p:pic>
    </p:spTree>
    <p:extLst>
      <p:ext uri="{BB962C8B-B14F-4D97-AF65-F5344CB8AC3E}">
        <p14:creationId xmlns:p14="http://schemas.microsoft.com/office/powerpoint/2010/main" val="1820989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Quote layout pi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5F6DF3F-FF95-914E-8A55-2E18BABAC6C5}"/>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Rectangle 3">
            <a:extLst>
              <a:ext uri="{FF2B5EF4-FFF2-40B4-BE49-F238E27FC236}">
                <a16:creationId xmlns:a16="http://schemas.microsoft.com/office/drawing/2014/main" id="{E21DE3C6-191B-F54A-A133-365CE78F2BE3}"/>
              </a:ext>
            </a:extLst>
          </p:cNvPr>
          <p:cNvSpPr/>
          <p:nvPr userDrawn="1"/>
        </p:nvSpPr>
        <p:spPr>
          <a:xfrm>
            <a:off x="4238625" y="0"/>
            <a:ext cx="7953375" cy="6858000"/>
          </a:xfrm>
          <a:prstGeom prst="rect">
            <a:avLst/>
          </a:prstGeom>
          <a:gradFill>
            <a:gsLst>
              <a:gs pos="0">
                <a:srgbClr val="E63888"/>
              </a:gs>
              <a:gs pos="100000">
                <a:srgbClr val="B0168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6">
            <a:extLst>
              <a:ext uri="{FF2B5EF4-FFF2-40B4-BE49-F238E27FC236}">
                <a16:creationId xmlns:a16="http://schemas.microsoft.com/office/drawing/2014/main" id="{E3A24411-0F70-1248-9B34-70FA4A3AE520}"/>
              </a:ext>
            </a:extLst>
          </p:cNvPr>
          <p:cNvSpPr>
            <a:spLocks noGrp="1"/>
          </p:cNvSpPr>
          <p:nvPr>
            <p:ph type="body" sz="quarter" idx="24" hasCustomPrompt="1"/>
          </p:nvPr>
        </p:nvSpPr>
        <p:spPr>
          <a:xfrm>
            <a:off x="457200" y="2011680"/>
            <a:ext cx="3598985"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
        <p:nvSpPr>
          <p:cNvPr id="7" name="Text Placeholder 6">
            <a:extLst>
              <a:ext uri="{FF2B5EF4-FFF2-40B4-BE49-F238E27FC236}">
                <a16:creationId xmlns:a16="http://schemas.microsoft.com/office/drawing/2014/main" id="{228DFEB7-9769-DC40-9BA9-06F09AD04AAB}"/>
              </a:ext>
            </a:extLst>
          </p:cNvPr>
          <p:cNvSpPr>
            <a:spLocks noGrp="1"/>
          </p:cNvSpPr>
          <p:nvPr>
            <p:ph type="body" sz="quarter" idx="25" hasCustomPrompt="1"/>
          </p:nvPr>
        </p:nvSpPr>
        <p:spPr>
          <a:xfrm>
            <a:off x="5553076" y="2133600"/>
            <a:ext cx="5627914" cy="2203937"/>
          </a:xfrm>
        </p:spPr>
        <p:txBody>
          <a:bodyPr lIns="0" rIns="91440"/>
          <a:lstStyle>
            <a:lvl1pPr>
              <a:lnSpc>
                <a:spcPct val="120000"/>
              </a:lnSpc>
              <a:defRPr sz="2800" b="0">
                <a:solidFill>
                  <a:schemeClr val="bg1"/>
                </a:solidFill>
              </a:defRPr>
            </a:lvl1pPr>
            <a:lvl2pPr marL="0" indent="0">
              <a:lnSpc>
                <a:spcPct val="120000"/>
              </a:lnSpc>
              <a:spcBef>
                <a:spcPts val="2300"/>
              </a:spcBef>
              <a:buFontTx/>
              <a:buNone/>
              <a:defRPr sz="1600">
                <a:solidFill>
                  <a:schemeClr val="bg1"/>
                </a:solidFill>
              </a:defRPr>
            </a:lvl2pPr>
          </a:lstStyle>
          <a:p>
            <a:pPr lvl="0"/>
            <a:r>
              <a:rPr lang="en-US" dirty="0"/>
              <a:t>Quote appears here in preset 28pt size with overhanging double quotation marks as default.”</a:t>
            </a:r>
          </a:p>
          <a:p>
            <a:pPr lvl="1"/>
            <a:r>
              <a:rPr lang="en-US" dirty="0"/>
              <a:t>Name for quote</a:t>
            </a:r>
          </a:p>
        </p:txBody>
      </p:sp>
      <p:sp>
        <p:nvSpPr>
          <p:cNvPr id="8" name="Text Placeholder 6">
            <a:extLst>
              <a:ext uri="{FF2B5EF4-FFF2-40B4-BE49-F238E27FC236}">
                <a16:creationId xmlns:a16="http://schemas.microsoft.com/office/drawing/2014/main" id="{58C2AC09-C7D0-B049-83C3-6855DB51B019}"/>
              </a:ext>
            </a:extLst>
          </p:cNvPr>
          <p:cNvSpPr>
            <a:spLocks noGrp="1"/>
          </p:cNvSpPr>
          <p:nvPr>
            <p:ph type="body" sz="quarter" idx="27" hasCustomPrompt="1"/>
          </p:nvPr>
        </p:nvSpPr>
        <p:spPr>
          <a:xfrm>
            <a:off x="5113566" y="928691"/>
            <a:ext cx="1258659" cy="1062036"/>
          </a:xfrm>
        </p:spPr>
        <p:txBody>
          <a:bodyPr lIns="0" rIns="91440" anchor="t">
            <a:noAutofit/>
          </a:bodyPr>
          <a:lstStyle>
            <a:lvl1pPr>
              <a:lnSpc>
                <a:spcPct val="120000"/>
              </a:lnSpc>
              <a:defRPr sz="14000" b="1">
                <a:solidFill>
                  <a:schemeClr val="bg1"/>
                </a:solidFill>
              </a:defRPr>
            </a:lvl1pPr>
            <a:lvl2pPr marL="0" indent="0">
              <a:lnSpc>
                <a:spcPct val="120000"/>
              </a:lnSpc>
              <a:buFontTx/>
              <a:buNone/>
              <a:defRPr sz="2800">
                <a:solidFill>
                  <a:schemeClr val="bg1"/>
                </a:solidFill>
              </a:defRPr>
            </a:lvl2pPr>
          </a:lstStyle>
          <a:p>
            <a:pPr lvl="0"/>
            <a:r>
              <a:rPr lang="en-US" dirty="0"/>
              <a:t>“</a:t>
            </a:r>
          </a:p>
        </p:txBody>
      </p:sp>
      <p:pic>
        <p:nvPicPr>
          <p:cNvPr id="2" name="Picture 1">
            <a:extLst>
              <a:ext uri="{FF2B5EF4-FFF2-40B4-BE49-F238E27FC236}">
                <a16:creationId xmlns:a16="http://schemas.microsoft.com/office/drawing/2014/main" id="{FA506C1C-8B2E-A31D-1CB5-94B53B3FB2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83950" y="5912138"/>
            <a:ext cx="600076" cy="739488"/>
          </a:xfrm>
          <a:prstGeom prst="rect">
            <a:avLst/>
          </a:prstGeom>
        </p:spPr>
      </p:pic>
    </p:spTree>
    <p:extLst>
      <p:ext uri="{BB962C8B-B14F-4D97-AF65-F5344CB8AC3E}">
        <p14:creationId xmlns:p14="http://schemas.microsoft.com/office/powerpoint/2010/main" val="25499203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ap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pic>
        <p:nvPicPr>
          <p:cNvPr id="5" name="Picture 4">
            <a:extLst>
              <a:ext uri="{FF2B5EF4-FFF2-40B4-BE49-F238E27FC236}">
                <a16:creationId xmlns:a16="http://schemas.microsoft.com/office/drawing/2014/main" id="{4C533F90-5052-EA42-BE83-9211087E145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57200" y="2057400"/>
            <a:ext cx="6894663" cy="3442406"/>
          </a:xfrm>
          <a:prstGeom prst="rect">
            <a:avLst/>
          </a:prstGeom>
        </p:spPr>
      </p:pic>
      <p:sp>
        <p:nvSpPr>
          <p:cNvPr id="8" name="Text Placeholder 6">
            <a:extLst>
              <a:ext uri="{FF2B5EF4-FFF2-40B4-BE49-F238E27FC236}">
                <a16:creationId xmlns:a16="http://schemas.microsoft.com/office/drawing/2014/main" id="{844A3435-B93C-224B-94C2-136D51452844}"/>
              </a:ext>
            </a:extLst>
          </p:cNvPr>
          <p:cNvSpPr>
            <a:spLocks noGrp="1"/>
          </p:cNvSpPr>
          <p:nvPr>
            <p:ph type="body" sz="quarter" idx="24" hasCustomPrompt="1"/>
          </p:nvPr>
        </p:nvSpPr>
        <p:spPr>
          <a:xfrm>
            <a:off x="7847635" y="2011680"/>
            <a:ext cx="3883990"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spTree>
    <p:extLst>
      <p:ext uri="{BB962C8B-B14F-4D97-AF65-F5344CB8AC3E}">
        <p14:creationId xmlns:p14="http://schemas.microsoft.com/office/powerpoint/2010/main" val="5421704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ap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8" name="Text Placeholder 6">
            <a:extLst>
              <a:ext uri="{FF2B5EF4-FFF2-40B4-BE49-F238E27FC236}">
                <a16:creationId xmlns:a16="http://schemas.microsoft.com/office/drawing/2014/main" id="{844A3435-B93C-224B-94C2-136D51452844}"/>
              </a:ext>
            </a:extLst>
          </p:cNvPr>
          <p:cNvSpPr>
            <a:spLocks noGrp="1"/>
          </p:cNvSpPr>
          <p:nvPr>
            <p:ph type="body" sz="quarter" idx="24" hasCustomPrompt="1"/>
          </p:nvPr>
        </p:nvSpPr>
        <p:spPr>
          <a:xfrm>
            <a:off x="5977406" y="2011680"/>
            <a:ext cx="5754219"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0700" indent="-173038">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pic>
        <p:nvPicPr>
          <p:cNvPr id="7" name="Picture 6">
            <a:extLst>
              <a:ext uri="{FF2B5EF4-FFF2-40B4-BE49-F238E27FC236}">
                <a16:creationId xmlns:a16="http://schemas.microsoft.com/office/drawing/2014/main" id="{FD7DF1D8-C6E7-D14F-8385-1A43B53AC76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57200" y="2057400"/>
            <a:ext cx="5024434" cy="3716090"/>
          </a:xfrm>
          <a:prstGeom prst="rect">
            <a:avLst/>
          </a:prstGeom>
        </p:spPr>
      </p:pic>
    </p:spTree>
    <p:extLst>
      <p:ext uri="{BB962C8B-B14F-4D97-AF65-F5344CB8AC3E}">
        <p14:creationId xmlns:p14="http://schemas.microsoft.com/office/powerpoint/2010/main" val="23989451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ap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8" name="Text Placeholder 6">
            <a:extLst>
              <a:ext uri="{FF2B5EF4-FFF2-40B4-BE49-F238E27FC236}">
                <a16:creationId xmlns:a16="http://schemas.microsoft.com/office/drawing/2014/main" id="{844A3435-B93C-224B-94C2-136D51452844}"/>
              </a:ext>
            </a:extLst>
          </p:cNvPr>
          <p:cNvSpPr>
            <a:spLocks noGrp="1"/>
          </p:cNvSpPr>
          <p:nvPr>
            <p:ph type="body" sz="quarter" idx="24" hasCustomPrompt="1"/>
          </p:nvPr>
        </p:nvSpPr>
        <p:spPr>
          <a:xfrm>
            <a:off x="6533222" y="2011680"/>
            <a:ext cx="5198403"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pic>
        <p:nvPicPr>
          <p:cNvPr id="9" name="Picture 8">
            <a:extLst>
              <a:ext uri="{FF2B5EF4-FFF2-40B4-BE49-F238E27FC236}">
                <a16:creationId xmlns:a16="http://schemas.microsoft.com/office/drawing/2014/main" id="{9D4F4868-7061-D646-B7E1-D50F7B33808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57200" y="2057400"/>
            <a:ext cx="5580250" cy="3686489"/>
          </a:xfrm>
          <a:prstGeom prst="rect">
            <a:avLst/>
          </a:prstGeom>
        </p:spPr>
      </p:pic>
    </p:spTree>
    <p:extLst>
      <p:ext uri="{BB962C8B-B14F-4D97-AF65-F5344CB8AC3E}">
        <p14:creationId xmlns:p14="http://schemas.microsoft.com/office/powerpoint/2010/main" val="40452588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ap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a:xfrm>
            <a:off x="4572000" y="457201"/>
            <a:ext cx="7159752" cy="839164"/>
          </a:xfrm>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4571873" y="1331090"/>
            <a:ext cx="7159752"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8" name="Text Placeholder 6">
            <a:extLst>
              <a:ext uri="{FF2B5EF4-FFF2-40B4-BE49-F238E27FC236}">
                <a16:creationId xmlns:a16="http://schemas.microsoft.com/office/drawing/2014/main" id="{844A3435-B93C-224B-94C2-136D51452844}"/>
              </a:ext>
            </a:extLst>
          </p:cNvPr>
          <p:cNvSpPr>
            <a:spLocks noGrp="1"/>
          </p:cNvSpPr>
          <p:nvPr>
            <p:ph type="body" sz="quarter" idx="24" hasCustomPrompt="1"/>
          </p:nvPr>
        </p:nvSpPr>
        <p:spPr>
          <a:xfrm>
            <a:off x="4571874" y="2377940"/>
            <a:ext cx="7159752" cy="3341368"/>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pic>
        <p:nvPicPr>
          <p:cNvPr id="9" name="Picture 8">
            <a:extLst>
              <a:ext uri="{FF2B5EF4-FFF2-40B4-BE49-F238E27FC236}">
                <a16:creationId xmlns:a16="http://schemas.microsoft.com/office/drawing/2014/main" id="{6A121DD7-40D7-5348-B9CA-8A53C2FC58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57200" y="856174"/>
            <a:ext cx="3262024" cy="5064612"/>
          </a:xfrm>
          <a:prstGeom prst="rect">
            <a:avLst/>
          </a:prstGeom>
        </p:spPr>
      </p:pic>
    </p:spTree>
    <p:extLst>
      <p:ext uri="{BB962C8B-B14F-4D97-AF65-F5344CB8AC3E}">
        <p14:creationId xmlns:p14="http://schemas.microsoft.com/office/powerpoint/2010/main" val="174387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Map layou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8" name="Text Placeholder 6">
            <a:extLst>
              <a:ext uri="{FF2B5EF4-FFF2-40B4-BE49-F238E27FC236}">
                <a16:creationId xmlns:a16="http://schemas.microsoft.com/office/drawing/2014/main" id="{844A3435-B93C-224B-94C2-136D51452844}"/>
              </a:ext>
            </a:extLst>
          </p:cNvPr>
          <p:cNvSpPr>
            <a:spLocks noGrp="1"/>
          </p:cNvSpPr>
          <p:nvPr>
            <p:ph type="body" sz="quarter" idx="24" hasCustomPrompt="1"/>
          </p:nvPr>
        </p:nvSpPr>
        <p:spPr>
          <a:xfrm>
            <a:off x="6533222" y="2011680"/>
            <a:ext cx="5198403"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pic>
        <p:nvPicPr>
          <p:cNvPr id="6" name="Picture 5" descr="A map of the world&#10;&#10;Description automatically generated">
            <a:extLst>
              <a:ext uri="{FF2B5EF4-FFF2-40B4-BE49-F238E27FC236}">
                <a16:creationId xmlns:a16="http://schemas.microsoft.com/office/drawing/2014/main" id="{7FA3D765-C87C-D926-343A-C21064A5AE1A}"/>
              </a:ext>
            </a:extLst>
          </p:cNvPr>
          <p:cNvPicPr>
            <a:picLocks noChangeAspect="1"/>
          </p:cNvPicPr>
          <p:nvPr userDrawn="1"/>
        </p:nvPicPr>
        <p:blipFill>
          <a:blip r:embed="rId2"/>
          <a:stretch>
            <a:fillRect/>
          </a:stretch>
        </p:blipFill>
        <p:spPr>
          <a:xfrm>
            <a:off x="460374" y="1573661"/>
            <a:ext cx="5554345" cy="5020877"/>
          </a:xfrm>
          <a:prstGeom prst="rect">
            <a:avLst/>
          </a:prstGeom>
        </p:spPr>
      </p:pic>
    </p:spTree>
    <p:extLst>
      <p:ext uri="{BB962C8B-B14F-4D97-AF65-F5344CB8AC3E}">
        <p14:creationId xmlns:p14="http://schemas.microsoft.com/office/powerpoint/2010/main" val="14428864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evice image layout 1">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C70852F-A18C-C248-B5F7-1BF8ED6360C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DDFD207B-2BFE-D146-9AAE-EAA3FEC2CE63}"/>
              </a:ext>
            </a:extLst>
          </p:cNvPr>
          <p:cNvSpPr/>
          <p:nvPr userDrawn="1"/>
        </p:nvSpPr>
        <p:spPr>
          <a:xfrm>
            <a:off x="0" y="0"/>
            <a:ext cx="12192000" cy="6858000"/>
          </a:xfrm>
          <a:prstGeom prst="rect">
            <a:avLst/>
          </a:prstGeom>
          <a:gradFill flip="none" rotWithShape="1">
            <a:gsLst>
              <a:gs pos="24000">
                <a:schemeClr val="bg1">
                  <a:alpha val="0"/>
                </a:schemeClr>
              </a:gs>
              <a:gs pos="0">
                <a:schemeClr val="bg1">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a:xfrm>
            <a:off x="457200" y="457201"/>
            <a:ext cx="5411165" cy="887412"/>
          </a:xfrm>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457200" y="1387801"/>
            <a:ext cx="541116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2" name="Picture Placeholder 10">
            <a:extLst>
              <a:ext uri="{FF2B5EF4-FFF2-40B4-BE49-F238E27FC236}">
                <a16:creationId xmlns:a16="http://schemas.microsoft.com/office/drawing/2014/main" id="{4BD8D597-C222-C241-A94F-5641B6577825}"/>
              </a:ext>
            </a:extLst>
          </p:cNvPr>
          <p:cNvSpPr>
            <a:spLocks noGrp="1"/>
          </p:cNvSpPr>
          <p:nvPr>
            <p:ph type="pic" sz="quarter" idx="21" hasCustomPrompt="1"/>
          </p:nvPr>
        </p:nvSpPr>
        <p:spPr>
          <a:xfrm>
            <a:off x="6464968" y="1344613"/>
            <a:ext cx="4989095" cy="2643187"/>
          </a:xfrm>
          <a:ln w="76200">
            <a:solidFill>
              <a:schemeClr val="tx1"/>
            </a:solidFill>
          </a:ln>
        </p:spPr>
        <p:txBody>
          <a:bodyPr anchor="ctr">
            <a:normAutofit/>
          </a:bodyPr>
          <a:lstStyle>
            <a:lvl1pPr algn="ctr">
              <a:defRPr sz="2000" b="1">
                <a:solidFill>
                  <a:srgbClr val="E63888"/>
                </a:solidFill>
              </a:defRPr>
            </a:lvl1pPr>
          </a:lstStyle>
          <a:p>
            <a:r>
              <a:rPr lang="en-US" dirty="0"/>
              <a:t>[insert image here]</a:t>
            </a:r>
          </a:p>
        </p:txBody>
      </p:sp>
      <p:pic>
        <p:nvPicPr>
          <p:cNvPr id="5" name="Picture 4" descr="Icon&#10;&#10;Description automatically generated with medium confidence">
            <a:extLst>
              <a:ext uri="{FF2B5EF4-FFF2-40B4-BE49-F238E27FC236}">
                <a16:creationId xmlns:a16="http://schemas.microsoft.com/office/drawing/2014/main" id="{53863B0E-2EFA-1231-4E6E-8C512EFD63B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82924" y="5911453"/>
            <a:ext cx="598056" cy="736997"/>
          </a:xfrm>
          <a:prstGeom prst="rect">
            <a:avLst/>
          </a:prstGeom>
        </p:spPr>
      </p:pic>
    </p:spTree>
    <p:extLst>
      <p:ext uri="{BB962C8B-B14F-4D97-AF65-F5344CB8AC3E}">
        <p14:creationId xmlns:p14="http://schemas.microsoft.com/office/powerpoint/2010/main" val="68431869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evice image layout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FA333F-CE91-F24B-A99D-D7AC6FA1628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64961BBD-16F9-234F-8D7C-3A82D6E387C6}"/>
              </a:ext>
            </a:extLst>
          </p:cNvPr>
          <p:cNvSpPr/>
          <p:nvPr userDrawn="1"/>
        </p:nvSpPr>
        <p:spPr>
          <a:xfrm>
            <a:off x="0" y="0"/>
            <a:ext cx="12192000" cy="6859982"/>
          </a:xfrm>
          <a:prstGeom prst="rect">
            <a:avLst/>
          </a:prstGeom>
          <a:gradFill flip="none" rotWithShape="1">
            <a:gsLst>
              <a:gs pos="49000">
                <a:schemeClr val="bg1">
                  <a:lumMod val="95000"/>
                  <a:alpha val="0"/>
                </a:schemeClr>
              </a:gs>
              <a:gs pos="23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10">
            <a:extLst>
              <a:ext uri="{FF2B5EF4-FFF2-40B4-BE49-F238E27FC236}">
                <a16:creationId xmlns:a16="http://schemas.microsoft.com/office/drawing/2014/main" id="{2D4013AE-A50B-3743-B657-99DB73F7C041}"/>
              </a:ext>
            </a:extLst>
          </p:cNvPr>
          <p:cNvSpPr>
            <a:spLocks noGrp="1"/>
          </p:cNvSpPr>
          <p:nvPr>
            <p:ph type="pic" sz="quarter" idx="23" hasCustomPrompt="1"/>
          </p:nvPr>
        </p:nvSpPr>
        <p:spPr>
          <a:xfrm>
            <a:off x="5646143" y="2066309"/>
            <a:ext cx="5157216" cy="2816352"/>
          </a:xfrm>
          <a:ln w="44450">
            <a:solidFill>
              <a:schemeClr val="bg2">
                <a:lumMod val="40000"/>
                <a:lumOff val="60000"/>
              </a:schemeClr>
            </a:solidFill>
          </a:ln>
        </p:spPr>
        <p:txBody>
          <a:bodyPr anchor="ctr">
            <a:normAutofit/>
          </a:bodyPr>
          <a:lstStyle>
            <a:lvl1pPr algn="ctr">
              <a:defRPr sz="20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3" name="Text Placeholder 6">
            <a:extLst>
              <a:ext uri="{FF2B5EF4-FFF2-40B4-BE49-F238E27FC236}">
                <a16:creationId xmlns:a16="http://schemas.microsoft.com/office/drawing/2014/main" id="{F126E209-490A-0D46-85BB-489722383FAC}"/>
              </a:ext>
            </a:extLst>
          </p:cNvPr>
          <p:cNvSpPr>
            <a:spLocks noGrp="1"/>
          </p:cNvSpPr>
          <p:nvPr>
            <p:ph type="body" sz="quarter" idx="24" hasCustomPrompt="1"/>
          </p:nvPr>
        </p:nvSpPr>
        <p:spPr>
          <a:xfrm>
            <a:off x="457201" y="2011680"/>
            <a:ext cx="4114800" cy="364975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pic>
        <p:nvPicPr>
          <p:cNvPr id="5" name="Picture 4" descr="Icon&#10;&#10;Description automatically generated with medium confidence">
            <a:extLst>
              <a:ext uri="{FF2B5EF4-FFF2-40B4-BE49-F238E27FC236}">
                <a16:creationId xmlns:a16="http://schemas.microsoft.com/office/drawing/2014/main" id="{B56AB6AD-6641-F048-1875-DD6EC10AC6D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82924" y="5911453"/>
            <a:ext cx="598056" cy="736997"/>
          </a:xfrm>
          <a:prstGeom prst="rect">
            <a:avLst/>
          </a:prstGeom>
        </p:spPr>
      </p:pic>
    </p:spTree>
    <p:extLst>
      <p:ext uri="{BB962C8B-B14F-4D97-AF65-F5344CB8AC3E}">
        <p14:creationId xmlns:p14="http://schemas.microsoft.com/office/powerpoint/2010/main" val="10032185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evice image layout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EBAAF18-EAED-FF48-AC7C-3C9E4199F7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936251"/>
          </a:xfrm>
          <a:prstGeom prst="rect">
            <a:avLst/>
          </a:prstGeom>
        </p:spPr>
      </p:pic>
      <p:sp>
        <p:nvSpPr>
          <p:cNvPr id="11" name="Rectangle 10">
            <a:extLst>
              <a:ext uri="{FF2B5EF4-FFF2-40B4-BE49-F238E27FC236}">
                <a16:creationId xmlns:a16="http://schemas.microsoft.com/office/drawing/2014/main" id="{A40DE3B3-FB80-E84F-A17A-791D833C73C6}"/>
              </a:ext>
            </a:extLst>
          </p:cNvPr>
          <p:cNvSpPr/>
          <p:nvPr userDrawn="1"/>
        </p:nvSpPr>
        <p:spPr>
          <a:xfrm>
            <a:off x="1" y="0"/>
            <a:ext cx="12192000" cy="6936251"/>
          </a:xfrm>
          <a:prstGeom prst="rect">
            <a:avLst/>
          </a:prstGeom>
          <a:gradFill flip="none" rotWithShape="1">
            <a:gsLst>
              <a:gs pos="44000">
                <a:schemeClr val="bg1">
                  <a:lumMod val="95000"/>
                  <a:alpha val="0"/>
                </a:schemeClr>
              </a:gs>
              <a:gs pos="78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10">
            <a:extLst>
              <a:ext uri="{FF2B5EF4-FFF2-40B4-BE49-F238E27FC236}">
                <a16:creationId xmlns:a16="http://schemas.microsoft.com/office/drawing/2014/main" id="{4ED12469-E58B-3843-95B1-F42D74F906BD}"/>
              </a:ext>
            </a:extLst>
          </p:cNvPr>
          <p:cNvSpPr>
            <a:spLocks noGrp="1"/>
          </p:cNvSpPr>
          <p:nvPr>
            <p:ph type="pic" sz="quarter" idx="23" hasCustomPrompt="1"/>
          </p:nvPr>
        </p:nvSpPr>
        <p:spPr>
          <a:xfrm>
            <a:off x="1507958" y="1401498"/>
            <a:ext cx="2478514" cy="4206240"/>
          </a:xfrm>
          <a:custGeom>
            <a:avLst/>
            <a:gdLst>
              <a:gd name="connsiteX0" fmla="*/ 0 w 2470484"/>
              <a:gd name="connsiteY0" fmla="*/ 4206240 h 4206240"/>
              <a:gd name="connsiteX1" fmla="*/ 40096 w 2470484"/>
              <a:gd name="connsiteY1" fmla="*/ 0 h 4206240"/>
              <a:gd name="connsiteX2" fmla="*/ 2430388 w 2470484"/>
              <a:gd name="connsiteY2" fmla="*/ 0 h 4206240"/>
              <a:gd name="connsiteX3" fmla="*/ 2470484 w 2470484"/>
              <a:gd name="connsiteY3" fmla="*/ 4206240 h 4206240"/>
              <a:gd name="connsiteX4" fmla="*/ 0 w 2470484"/>
              <a:gd name="connsiteY4" fmla="*/ 4206240 h 4206240"/>
              <a:gd name="connsiteX0" fmla="*/ 0 w 2478514"/>
              <a:gd name="connsiteY0" fmla="*/ 4206240 h 4206240"/>
              <a:gd name="connsiteX1" fmla="*/ 40096 w 2478514"/>
              <a:gd name="connsiteY1" fmla="*/ 0 h 4206240"/>
              <a:gd name="connsiteX2" fmla="*/ 2478514 w 2478514"/>
              <a:gd name="connsiteY2" fmla="*/ 0 h 4206240"/>
              <a:gd name="connsiteX3" fmla="*/ 2470484 w 2478514"/>
              <a:gd name="connsiteY3" fmla="*/ 4206240 h 4206240"/>
              <a:gd name="connsiteX4" fmla="*/ 0 w 2478514"/>
              <a:gd name="connsiteY4" fmla="*/ 4206240 h 420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8514" h="4206240">
                <a:moveTo>
                  <a:pt x="0" y="4206240"/>
                </a:moveTo>
                <a:lnTo>
                  <a:pt x="40096" y="0"/>
                </a:lnTo>
                <a:lnTo>
                  <a:pt x="2478514" y="0"/>
                </a:lnTo>
                <a:cubicBezTo>
                  <a:pt x="2475837" y="1402080"/>
                  <a:pt x="2473161" y="2804160"/>
                  <a:pt x="2470484" y="4206240"/>
                </a:cubicBezTo>
                <a:lnTo>
                  <a:pt x="0" y="4206240"/>
                </a:lnTo>
                <a:close/>
              </a:path>
            </a:pathLst>
          </a:custGeom>
          <a:ln>
            <a:solidFill>
              <a:schemeClr val="bg2">
                <a:lumMod val="40000"/>
                <a:lumOff val="60000"/>
              </a:schemeClr>
            </a:solidFill>
          </a:ln>
        </p:spPr>
        <p:txBody>
          <a:bodyPr anchor="ctr">
            <a:normAutofit/>
          </a:bodyPr>
          <a:lstStyle>
            <a:lvl1pPr algn="ctr">
              <a:defRPr sz="20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a:xfrm>
            <a:off x="5499947" y="457201"/>
            <a:ext cx="6231805" cy="887412"/>
          </a:xfrm>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5499947" y="1387801"/>
            <a:ext cx="623180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7" name="Text Placeholder 6">
            <a:extLst>
              <a:ext uri="{FF2B5EF4-FFF2-40B4-BE49-F238E27FC236}">
                <a16:creationId xmlns:a16="http://schemas.microsoft.com/office/drawing/2014/main" id="{13D3A36C-5962-5045-B2AF-A42EF0140889}"/>
              </a:ext>
            </a:extLst>
          </p:cNvPr>
          <p:cNvSpPr>
            <a:spLocks noGrp="1"/>
          </p:cNvSpPr>
          <p:nvPr>
            <p:ph type="body" sz="quarter" idx="24" hasCustomPrompt="1"/>
          </p:nvPr>
        </p:nvSpPr>
        <p:spPr>
          <a:xfrm>
            <a:off x="5494430" y="2388554"/>
            <a:ext cx="6237196" cy="3340915"/>
          </a:xfrm>
        </p:spPr>
        <p:txBody>
          <a:bodyPr/>
          <a:lstStyle>
            <a:lvl1pPr>
              <a:lnSpc>
                <a:spcPct val="110000"/>
              </a:lnSpc>
              <a:defRPr sz="1800" b="1">
                <a:solidFill>
                  <a:srgbClr val="1D4F91"/>
                </a:solidFill>
              </a:defRPr>
            </a:lvl1pPr>
            <a:lvl2pPr marL="0" indent="0">
              <a:lnSpc>
                <a:spcPct val="110000"/>
              </a:lnSpc>
              <a:buNone/>
              <a:defRPr sz="1600"/>
            </a:lvl2pPr>
            <a:lvl3pPr marL="347472" indent="-174625">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pic>
        <p:nvPicPr>
          <p:cNvPr id="5" name="Picture 4" descr="Icon&#10;&#10;Description automatically generated with medium confidence">
            <a:extLst>
              <a:ext uri="{FF2B5EF4-FFF2-40B4-BE49-F238E27FC236}">
                <a16:creationId xmlns:a16="http://schemas.microsoft.com/office/drawing/2014/main" id="{DC74E986-B3A4-930E-F458-4C3C07A7AF8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82924" y="5911453"/>
            <a:ext cx="598056" cy="736997"/>
          </a:xfrm>
          <a:prstGeom prst="rect">
            <a:avLst/>
          </a:prstGeom>
        </p:spPr>
      </p:pic>
    </p:spTree>
    <p:extLst>
      <p:ext uri="{BB962C8B-B14F-4D97-AF65-F5344CB8AC3E}">
        <p14:creationId xmlns:p14="http://schemas.microsoft.com/office/powerpoint/2010/main" val="326060042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ice image layout 4">
    <p:spTree>
      <p:nvGrpSpPr>
        <p:cNvPr id="1" name=""/>
        <p:cNvGrpSpPr/>
        <p:nvPr/>
      </p:nvGrpSpPr>
      <p:grpSpPr>
        <a:xfrm>
          <a:off x="0" y="0"/>
          <a:ext cx="0" cy="0"/>
          <a:chOff x="0" y="0"/>
          <a:chExt cx="0" cy="0"/>
        </a:xfrm>
      </p:grpSpPr>
      <p:pic>
        <p:nvPicPr>
          <p:cNvPr id="10" name="Picture 9" descr="A close up of a computer&#10;&#10;Description automatically generated">
            <a:extLst>
              <a:ext uri="{FF2B5EF4-FFF2-40B4-BE49-F238E27FC236}">
                <a16:creationId xmlns:a16="http://schemas.microsoft.com/office/drawing/2014/main" id="{F944A928-4643-0247-AB79-A438B85158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054455" cy="6858000"/>
          </a:xfrm>
          <a:prstGeom prst="rect">
            <a:avLst/>
          </a:prstGeom>
        </p:spPr>
      </p:pic>
      <p:sp>
        <p:nvSpPr>
          <p:cNvPr id="12" name="Rectangle 11">
            <a:extLst>
              <a:ext uri="{FF2B5EF4-FFF2-40B4-BE49-F238E27FC236}">
                <a16:creationId xmlns:a16="http://schemas.microsoft.com/office/drawing/2014/main" id="{A6FCFA6A-B0AD-E642-B4CF-DDF85022CBAE}"/>
              </a:ext>
            </a:extLst>
          </p:cNvPr>
          <p:cNvSpPr/>
          <p:nvPr userDrawn="1"/>
        </p:nvSpPr>
        <p:spPr>
          <a:xfrm>
            <a:off x="1" y="1714"/>
            <a:ext cx="12192000" cy="6858000"/>
          </a:xfrm>
          <a:prstGeom prst="rect">
            <a:avLst/>
          </a:prstGeom>
          <a:gradFill flip="none" rotWithShape="1">
            <a:gsLst>
              <a:gs pos="39000">
                <a:schemeClr val="bg1">
                  <a:lumMod val="95000"/>
                  <a:alpha val="0"/>
                </a:schemeClr>
              </a:gs>
              <a:gs pos="7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10">
            <a:extLst>
              <a:ext uri="{FF2B5EF4-FFF2-40B4-BE49-F238E27FC236}">
                <a16:creationId xmlns:a16="http://schemas.microsoft.com/office/drawing/2014/main" id="{354C9583-4D25-0C4E-98EC-90D3509DE431}"/>
              </a:ext>
            </a:extLst>
          </p:cNvPr>
          <p:cNvSpPr>
            <a:spLocks noGrp="1"/>
          </p:cNvSpPr>
          <p:nvPr>
            <p:ph type="pic" sz="quarter" idx="23" hasCustomPrompt="1"/>
          </p:nvPr>
        </p:nvSpPr>
        <p:spPr>
          <a:xfrm>
            <a:off x="1077883" y="1818254"/>
            <a:ext cx="4134198" cy="3054192"/>
          </a:xfrm>
          <a:ln w="57150">
            <a:solidFill>
              <a:schemeClr val="tx1"/>
            </a:solidFill>
          </a:ln>
        </p:spPr>
        <p:txBody>
          <a:bodyPr anchor="ctr">
            <a:normAutofit/>
          </a:bodyPr>
          <a:lstStyle>
            <a:lvl1pPr algn="ctr">
              <a:defRPr sz="2000" b="1">
                <a:solidFill>
                  <a:srgbClr val="E63888"/>
                </a:solidFill>
              </a:defRPr>
            </a:lvl1pPr>
          </a:lstStyle>
          <a:p>
            <a:r>
              <a:rPr lang="en-US" dirty="0"/>
              <a:t>[insert image here]</a:t>
            </a:r>
          </a:p>
        </p:txBody>
      </p:sp>
      <p:sp>
        <p:nvSpPr>
          <p:cNvPr id="2" name="Title 1">
            <a:extLst>
              <a:ext uri="{FF2B5EF4-FFF2-40B4-BE49-F238E27FC236}">
                <a16:creationId xmlns:a16="http://schemas.microsoft.com/office/drawing/2014/main" id="{967EC297-6357-EF41-BF9D-E039D1C083DF}"/>
              </a:ext>
            </a:extLst>
          </p:cNvPr>
          <p:cNvSpPr>
            <a:spLocks noGrp="1"/>
          </p:cNvSpPr>
          <p:nvPr>
            <p:ph type="title" hasCustomPrompt="1"/>
          </p:nvPr>
        </p:nvSpPr>
        <p:spPr>
          <a:xfrm>
            <a:off x="5845214" y="457201"/>
            <a:ext cx="5886538" cy="887412"/>
          </a:xfrm>
        </p:spPr>
        <p:txBody>
          <a:bodyPr/>
          <a:lstStyle/>
          <a:p>
            <a:r>
              <a:rPr lang="en-US"/>
              <a:t>Headline preset in 32pt bolded for emphasis</a:t>
            </a:r>
          </a:p>
        </p:txBody>
      </p:sp>
      <p:sp>
        <p:nvSpPr>
          <p:cNvPr id="3" name="Footer Placeholder 2">
            <a:extLst>
              <a:ext uri="{FF2B5EF4-FFF2-40B4-BE49-F238E27FC236}">
                <a16:creationId xmlns:a16="http://schemas.microsoft.com/office/drawing/2014/main" id="{3060EA93-E4DC-F64F-B58B-56B627E4BFEE}"/>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5">
            <a:extLst>
              <a:ext uri="{FF2B5EF4-FFF2-40B4-BE49-F238E27FC236}">
                <a16:creationId xmlns:a16="http://schemas.microsoft.com/office/drawing/2014/main" id="{DE58E332-19C0-1448-8261-9D1FECBC97E5}"/>
              </a:ext>
            </a:extLst>
          </p:cNvPr>
          <p:cNvSpPr>
            <a:spLocks noGrp="1"/>
          </p:cNvSpPr>
          <p:nvPr>
            <p:ph type="body" sz="quarter" idx="30" hasCustomPrompt="1"/>
          </p:nvPr>
        </p:nvSpPr>
        <p:spPr>
          <a:xfrm>
            <a:off x="5845214" y="1387801"/>
            <a:ext cx="5886538"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17" name="Text Placeholder 6">
            <a:extLst>
              <a:ext uri="{FF2B5EF4-FFF2-40B4-BE49-F238E27FC236}">
                <a16:creationId xmlns:a16="http://schemas.microsoft.com/office/drawing/2014/main" id="{13D3A36C-5962-5045-B2AF-A42EF0140889}"/>
              </a:ext>
            </a:extLst>
          </p:cNvPr>
          <p:cNvSpPr>
            <a:spLocks noGrp="1"/>
          </p:cNvSpPr>
          <p:nvPr>
            <p:ph type="body" sz="quarter" idx="24" hasCustomPrompt="1"/>
          </p:nvPr>
        </p:nvSpPr>
        <p:spPr>
          <a:xfrm>
            <a:off x="5845214" y="2388554"/>
            <a:ext cx="5886411" cy="3340915"/>
          </a:xfrm>
        </p:spPr>
        <p:txBody>
          <a:bodyPr/>
          <a:lstStyle>
            <a:lvl1pPr>
              <a:lnSpc>
                <a:spcPct val="110000"/>
              </a:lnSpc>
              <a:defRPr sz="1800" b="1">
                <a:solidFill>
                  <a:srgbClr val="1D4F91"/>
                </a:solidFill>
              </a:defRPr>
            </a:lvl1pPr>
            <a:lvl2pPr marL="0" indent="0">
              <a:lnSpc>
                <a:spcPct val="110000"/>
              </a:lnSpc>
              <a:buNone/>
              <a:defRPr sz="1600"/>
            </a:lvl2pPr>
            <a:lvl3pPr marL="347472" indent="-176213">
              <a:lnSpc>
                <a:spcPct val="110000"/>
              </a:lnSpc>
              <a:buFont typeface="Arial" panose="020B0604020202020204" pitchFamily="34" charset="0"/>
              <a:buChar char="•"/>
              <a:tabLst/>
              <a:defRPr sz="1600"/>
            </a:lvl3pPr>
            <a:lvl4pPr marL="521208" indent="-173736">
              <a:lnSpc>
                <a:spcPct val="110000"/>
              </a:lnSpc>
              <a:buFont typeface="System Font Regular"/>
              <a:buChar char="–"/>
              <a:tabLst/>
              <a:defRPr sz="1600"/>
            </a:lvl4pPr>
            <a:lvl5pPr marL="694944" indent="-174625">
              <a:lnSpc>
                <a:spcPct val="110000"/>
              </a:lnSpc>
              <a:buFont typeface="Arial" panose="020B0604020202020204" pitchFamily="34" charset="0"/>
              <a:buChar char="•"/>
              <a:tabLst/>
              <a:defRPr sz="1600"/>
            </a:lvl5pPr>
            <a:lvl6pPr marL="868680" indent="-173736">
              <a:lnSpc>
                <a:spcPct val="110000"/>
              </a:lnSpc>
              <a:buFont typeface="System Font Regular"/>
              <a:buChar char="–"/>
              <a:tabLst/>
              <a:defRPr sz="1600">
                <a:solidFill>
                  <a:srgbClr val="63666A"/>
                </a:solidFill>
              </a:defRPr>
            </a:lvl6pPr>
          </a:lstStyle>
          <a:p>
            <a:pPr lvl="0"/>
            <a:r>
              <a:rPr lang="en-US" dirty="0"/>
              <a:t>Subtitle preset in 18pt Arial Bold</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p>
          <a:p>
            <a:pPr lvl="5"/>
            <a:endParaRPr lang="en-US" dirty="0"/>
          </a:p>
        </p:txBody>
      </p:sp>
      <p:pic>
        <p:nvPicPr>
          <p:cNvPr id="5" name="Picture 4" descr="Icon&#10;&#10;Description automatically generated with medium confidence">
            <a:extLst>
              <a:ext uri="{FF2B5EF4-FFF2-40B4-BE49-F238E27FC236}">
                <a16:creationId xmlns:a16="http://schemas.microsoft.com/office/drawing/2014/main" id="{C7B1019C-4C29-BCA3-180B-65BA910C348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82924" y="5911453"/>
            <a:ext cx="598056" cy="736997"/>
          </a:xfrm>
          <a:prstGeom prst="rect">
            <a:avLst/>
          </a:prstGeom>
        </p:spPr>
      </p:pic>
    </p:spTree>
    <p:extLst>
      <p:ext uri="{BB962C8B-B14F-4D97-AF65-F5344CB8AC3E}">
        <p14:creationId xmlns:p14="http://schemas.microsoft.com/office/powerpoint/2010/main" val="12227734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785C14-1743-3F47-B87B-F68E91745409}"/>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itle 1">
            <a:extLst>
              <a:ext uri="{FF2B5EF4-FFF2-40B4-BE49-F238E27FC236}">
                <a16:creationId xmlns:a16="http://schemas.microsoft.com/office/drawing/2014/main" id="{5A876603-F7F9-944F-961A-728C6D6D0457}"/>
              </a:ext>
            </a:extLst>
          </p:cNvPr>
          <p:cNvSpPr>
            <a:spLocks noGrp="1"/>
          </p:cNvSpPr>
          <p:nvPr>
            <p:ph type="title" hasCustomPrompt="1"/>
          </p:nvPr>
        </p:nvSpPr>
        <p:spPr>
          <a:xfrm>
            <a:off x="457200" y="457201"/>
            <a:ext cx="11274552" cy="508000"/>
          </a:xfrm>
        </p:spPr>
        <p:txBody>
          <a:bodyPr/>
          <a:lstStyle>
            <a:lvl1pPr>
              <a:defRPr>
                <a:solidFill>
                  <a:srgbClr val="1D4F91"/>
                </a:solidFill>
              </a:defRPr>
            </a:lvl1pPr>
          </a:lstStyle>
          <a:p>
            <a:r>
              <a:rPr lang="en-US" dirty="0"/>
              <a:t>Headline preset in 32pt bolded for emphasis</a:t>
            </a:r>
          </a:p>
        </p:txBody>
      </p:sp>
      <p:sp>
        <p:nvSpPr>
          <p:cNvPr id="5" name="Text Placeholder 5">
            <a:extLst>
              <a:ext uri="{FF2B5EF4-FFF2-40B4-BE49-F238E27FC236}">
                <a16:creationId xmlns:a16="http://schemas.microsoft.com/office/drawing/2014/main" id="{A38202A1-D79D-EB43-9A14-BE4403817A17}"/>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7" name="Text Placeholder 6">
            <a:extLst>
              <a:ext uri="{FF2B5EF4-FFF2-40B4-BE49-F238E27FC236}">
                <a16:creationId xmlns:a16="http://schemas.microsoft.com/office/drawing/2014/main" id="{F39A34C8-F25E-084E-BAC4-D66C6A950355}"/>
              </a:ext>
            </a:extLst>
          </p:cNvPr>
          <p:cNvSpPr>
            <a:spLocks noGrp="1"/>
          </p:cNvSpPr>
          <p:nvPr>
            <p:ph type="body" sz="quarter" idx="26" hasCustomPrompt="1"/>
          </p:nvPr>
        </p:nvSpPr>
        <p:spPr>
          <a:xfrm>
            <a:off x="457200" y="2011680"/>
            <a:ext cx="5056188"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
        <p:nvSpPr>
          <p:cNvPr id="8" name="Chart Placeholder 4">
            <a:extLst>
              <a:ext uri="{FF2B5EF4-FFF2-40B4-BE49-F238E27FC236}">
                <a16:creationId xmlns:a16="http://schemas.microsoft.com/office/drawing/2014/main" id="{A500345D-95EB-9B49-805F-C316B46D5CC6}"/>
              </a:ext>
            </a:extLst>
          </p:cNvPr>
          <p:cNvSpPr>
            <a:spLocks noGrp="1"/>
          </p:cNvSpPr>
          <p:nvPr>
            <p:ph type="chart" sz="quarter" idx="23" hasCustomPrompt="1"/>
          </p:nvPr>
        </p:nvSpPr>
        <p:spPr>
          <a:xfrm>
            <a:off x="6096000" y="2011680"/>
            <a:ext cx="5635625" cy="3649755"/>
          </a:xfrm>
        </p:spPr>
        <p:txBody>
          <a:bodyPr anchor="ctr">
            <a:normAutofit/>
          </a:bodyPr>
          <a:lstStyle>
            <a:lvl1pPr algn="ctr">
              <a:defRPr sz="2000" b="1">
                <a:solidFill>
                  <a:srgbClr val="E63888"/>
                </a:solidFill>
              </a:defRPr>
            </a:lvl1pPr>
          </a:lstStyle>
          <a:p>
            <a:r>
              <a:rPr lang="en-US" dirty="0"/>
              <a:t>[insert chart here]</a:t>
            </a:r>
          </a:p>
        </p:txBody>
      </p:sp>
    </p:spTree>
    <p:extLst>
      <p:ext uri="{BB962C8B-B14F-4D97-AF65-F5344CB8AC3E}">
        <p14:creationId xmlns:p14="http://schemas.microsoft.com/office/powerpoint/2010/main" val="5167296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785C14-1743-3F47-B87B-F68E91745409}"/>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itle 1">
            <a:extLst>
              <a:ext uri="{FF2B5EF4-FFF2-40B4-BE49-F238E27FC236}">
                <a16:creationId xmlns:a16="http://schemas.microsoft.com/office/drawing/2014/main" id="{5A876603-F7F9-944F-961A-728C6D6D0457}"/>
              </a:ext>
            </a:extLst>
          </p:cNvPr>
          <p:cNvSpPr>
            <a:spLocks noGrp="1"/>
          </p:cNvSpPr>
          <p:nvPr>
            <p:ph type="title" hasCustomPrompt="1"/>
          </p:nvPr>
        </p:nvSpPr>
        <p:spPr>
          <a:xfrm>
            <a:off x="457200" y="457201"/>
            <a:ext cx="11274552" cy="508000"/>
          </a:xfrm>
        </p:spPr>
        <p:txBody>
          <a:bodyPr/>
          <a:lstStyle>
            <a:lvl1pPr>
              <a:defRPr>
                <a:solidFill>
                  <a:srgbClr val="1D4F91"/>
                </a:solidFill>
              </a:defRPr>
            </a:lvl1pPr>
          </a:lstStyle>
          <a:p>
            <a:r>
              <a:rPr lang="en-US" dirty="0"/>
              <a:t>Headline preset in 32pt bolded for emphasis</a:t>
            </a:r>
          </a:p>
        </p:txBody>
      </p:sp>
      <p:sp>
        <p:nvSpPr>
          <p:cNvPr id="5" name="Text Placeholder 5">
            <a:extLst>
              <a:ext uri="{FF2B5EF4-FFF2-40B4-BE49-F238E27FC236}">
                <a16:creationId xmlns:a16="http://schemas.microsoft.com/office/drawing/2014/main" id="{A38202A1-D79D-EB43-9A14-BE4403817A17}"/>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7" name="Text Placeholder 6">
            <a:extLst>
              <a:ext uri="{FF2B5EF4-FFF2-40B4-BE49-F238E27FC236}">
                <a16:creationId xmlns:a16="http://schemas.microsoft.com/office/drawing/2014/main" id="{F39A34C8-F25E-084E-BAC4-D66C6A950355}"/>
              </a:ext>
            </a:extLst>
          </p:cNvPr>
          <p:cNvSpPr>
            <a:spLocks noGrp="1"/>
          </p:cNvSpPr>
          <p:nvPr>
            <p:ph type="body" sz="quarter" idx="26" hasCustomPrompt="1"/>
          </p:nvPr>
        </p:nvSpPr>
        <p:spPr>
          <a:xfrm>
            <a:off x="457200" y="2011680"/>
            <a:ext cx="4114800"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
        <p:nvSpPr>
          <p:cNvPr id="9" name="Content Placeholder 5">
            <a:extLst>
              <a:ext uri="{FF2B5EF4-FFF2-40B4-BE49-F238E27FC236}">
                <a16:creationId xmlns:a16="http://schemas.microsoft.com/office/drawing/2014/main" id="{3018F244-55E3-8346-8372-0C2413999723}"/>
              </a:ext>
            </a:extLst>
          </p:cNvPr>
          <p:cNvSpPr>
            <a:spLocks noGrp="1"/>
          </p:cNvSpPr>
          <p:nvPr>
            <p:ph sz="quarter" idx="27" hasCustomPrompt="1"/>
          </p:nvPr>
        </p:nvSpPr>
        <p:spPr>
          <a:xfrm>
            <a:off x="5160962" y="2011680"/>
            <a:ext cx="6570663" cy="3649755"/>
          </a:xfrm>
        </p:spPr>
        <p:txBody>
          <a:bodyPr anchor="ctr">
            <a:normAutofit/>
          </a:bodyPr>
          <a:lstStyle>
            <a:lvl1pPr algn="ctr">
              <a:defRPr sz="2000" b="1">
                <a:solidFill>
                  <a:srgbClr val="E63888"/>
                </a:solidFill>
              </a:defRPr>
            </a:lvl1pPr>
          </a:lstStyle>
          <a:p>
            <a:pPr lvl="0"/>
            <a:r>
              <a:rPr lang="en-US" dirty="0"/>
              <a:t>Chart graphic or smart art here</a:t>
            </a:r>
          </a:p>
        </p:txBody>
      </p:sp>
    </p:spTree>
    <p:extLst>
      <p:ext uri="{BB962C8B-B14F-4D97-AF65-F5344CB8AC3E}">
        <p14:creationId xmlns:p14="http://schemas.microsoft.com/office/powerpoint/2010/main" val="249075058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Column w/char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785C14-1743-3F47-B87B-F68E91745409}"/>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itle 1">
            <a:extLst>
              <a:ext uri="{FF2B5EF4-FFF2-40B4-BE49-F238E27FC236}">
                <a16:creationId xmlns:a16="http://schemas.microsoft.com/office/drawing/2014/main" id="{5A876603-F7F9-944F-961A-728C6D6D0457}"/>
              </a:ext>
            </a:extLst>
          </p:cNvPr>
          <p:cNvSpPr>
            <a:spLocks noGrp="1"/>
          </p:cNvSpPr>
          <p:nvPr>
            <p:ph type="title" hasCustomPrompt="1"/>
          </p:nvPr>
        </p:nvSpPr>
        <p:spPr>
          <a:xfrm>
            <a:off x="457200" y="457201"/>
            <a:ext cx="11274552" cy="508000"/>
          </a:xfrm>
        </p:spPr>
        <p:txBody>
          <a:bodyPr/>
          <a:lstStyle>
            <a:lvl1pPr>
              <a:defRPr>
                <a:solidFill>
                  <a:srgbClr val="1D4F91"/>
                </a:solidFill>
              </a:defRPr>
            </a:lvl1pPr>
          </a:lstStyle>
          <a:p>
            <a:r>
              <a:rPr lang="en-US" dirty="0"/>
              <a:t>Headline preset in 32pt bolded for emphasis</a:t>
            </a:r>
          </a:p>
        </p:txBody>
      </p:sp>
      <p:sp>
        <p:nvSpPr>
          <p:cNvPr id="5" name="Text Placeholder 5">
            <a:extLst>
              <a:ext uri="{FF2B5EF4-FFF2-40B4-BE49-F238E27FC236}">
                <a16:creationId xmlns:a16="http://schemas.microsoft.com/office/drawing/2014/main" id="{A38202A1-D79D-EB43-9A14-BE4403817A17}"/>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7" name="Text Placeholder 6">
            <a:extLst>
              <a:ext uri="{FF2B5EF4-FFF2-40B4-BE49-F238E27FC236}">
                <a16:creationId xmlns:a16="http://schemas.microsoft.com/office/drawing/2014/main" id="{F39A34C8-F25E-084E-BAC4-D66C6A950355}"/>
              </a:ext>
            </a:extLst>
          </p:cNvPr>
          <p:cNvSpPr>
            <a:spLocks noGrp="1"/>
          </p:cNvSpPr>
          <p:nvPr>
            <p:ph type="body" sz="quarter" idx="26" hasCustomPrompt="1"/>
          </p:nvPr>
        </p:nvSpPr>
        <p:spPr>
          <a:xfrm>
            <a:off x="457200" y="2011680"/>
            <a:ext cx="2651760"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
        <p:nvSpPr>
          <p:cNvPr id="8" name="Chart Placeholder 4">
            <a:extLst>
              <a:ext uri="{FF2B5EF4-FFF2-40B4-BE49-F238E27FC236}">
                <a16:creationId xmlns:a16="http://schemas.microsoft.com/office/drawing/2014/main" id="{6D1ECDB6-0834-CD42-AE67-99B5CE82DB34}"/>
              </a:ext>
            </a:extLst>
          </p:cNvPr>
          <p:cNvSpPr>
            <a:spLocks noGrp="1"/>
          </p:cNvSpPr>
          <p:nvPr>
            <p:ph type="chart" sz="quarter" idx="23" hasCustomPrompt="1"/>
          </p:nvPr>
        </p:nvSpPr>
        <p:spPr>
          <a:xfrm>
            <a:off x="3305773" y="2011680"/>
            <a:ext cx="2651760" cy="3649754"/>
          </a:xfrm>
        </p:spPr>
        <p:txBody>
          <a:bodyPr anchor="ctr">
            <a:normAutofit/>
          </a:bodyPr>
          <a:lstStyle>
            <a:lvl1pPr algn="ctr">
              <a:defRPr sz="2000" b="1">
                <a:solidFill>
                  <a:srgbClr val="E63888"/>
                </a:solidFill>
              </a:defRPr>
            </a:lvl1pPr>
          </a:lstStyle>
          <a:p>
            <a:r>
              <a:rPr lang="en-US" dirty="0"/>
              <a:t>[insert chart here]</a:t>
            </a:r>
          </a:p>
        </p:txBody>
      </p:sp>
      <p:sp>
        <p:nvSpPr>
          <p:cNvPr id="10" name="Chart Placeholder 4">
            <a:extLst>
              <a:ext uri="{FF2B5EF4-FFF2-40B4-BE49-F238E27FC236}">
                <a16:creationId xmlns:a16="http://schemas.microsoft.com/office/drawing/2014/main" id="{A3D5B28B-37E9-3748-B77D-0F574E15F59A}"/>
              </a:ext>
            </a:extLst>
          </p:cNvPr>
          <p:cNvSpPr>
            <a:spLocks noGrp="1"/>
          </p:cNvSpPr>
          <p:nvPr>
            <p:ph type="chart" sz="quarter" idx="25" hasCustomPrompt="1"/>
          </p:nvPr>
        </p:nvSpPr>
        <p:spPr>
          <a:xfrm>
            <a:off x="9083040" y="2011680"/>
            <a:ext cx="2651760" cy="3649754"/>
          </a:xfrm>
        </p:spPr>
        <p:txBody>
          <a:bodyPr anchor="ctr">
            <a:normAutofit/>
          </a:bodyPr>
          <a:lstStyle>
            <a:lvl1pPr algn="ctr">
              <a:defRPr sz="2000" b="1">
                <a:solidFill>
                  <a:srgbClr val="E63888"/>
                </a:solidFill>
              </a:defRPr>
            </a:lvl1pPr>
          </a:lstStyle>
          <a:p>
            <a:r>
              <a:rPr lang="en-US" dirty="0"/>
              <a:t>[insert chart here]</a:t>
            </a:r>
          </a:p>
        </p:txBody>
      </p:sp>
      <p:sp>
        <p:nvSpPr>
          <p:cNvPr id="11" name="Text Placeholder 6">
            <a:extLst>
              <a:ext uri="{FF2B5EF4-FFF2-40B4-BE49-F238E27FC236}">
                <a16:creationId xmlns:a16="http://schemas.microsoft.com/office/drawing/2014/main" id="{48F0C6AD-43EC-E740-B148-491411B6D4ED}"/>
              </a:ext>
            </a:extLst>
          </p:cNvPr>
          <p:cNvSpPr>
            <a:spLocks noGrp="1"/>
          </p:cNvSpPr>
          <p:nvPr>
            <p:ph type="body" sz="quarter" idx="27" hasCustomPrompt="1"/>
          </p:nvPr>
        </p:nvSpPr>
        <p:spPr>
          <a:xfrm>
            <a:off x="6234467" y="2011680"/>
            <a:ext cx="2651760"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Tree>
    <p:extLst>
      <p:ext uri="{BB962C8B-B14F-4D97-AF65-F5344CB8AC3E}">
        <p14:creationId xmlns:p14="http://schemas.microsoft.com/office/powerpoint/2010/main" val="27943100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 Table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AC929B8-C4A4-C141-B66F-24607F4F442F}"/>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4" name="Text Placeholder 6">
            <a:extLst>
              <a:ext uri="{FF2B5EF4-FFF2-40B4-BE49-F238E27FC236}">
                <a16:creationId xmlns:a16="http://schemas.microsoft.com/office/drawing/2014/main" id="{3C63B863-E808-4749-916C-F096688312DA}"/>
              </a:ext>
            </a:extLst>
          </p:cNvPr>
          <p:cNvSpPr>
            <a:spLocks noGrp="1"/>
          </p:cNvSpPr>
          <p:nvPr>
            <p:ph type="body" sz="quarter" idx="26" hasCustomPrompt="1"/>
          </p:nvPr>
        </p:nvSpPr>
        <p:spPr>
          <a:xfrm>
            <a:off x="457200" y="2011680"/>
            <a:ext cx="4114800" cy="3649755"/>
          </a:xfrm>
        </p:spPr>
        <p:txBody>
          <a:bodyPr/>
          <a:lstStyle>
            <a:lvl1pPr>
              <a:lnSpc>
                <a:spcPct val="110000"/>
              </a:lnSpc>
              <a:defRPr sz="1800" b="1">
                <a:solidFill>
                  <a:srgbClr val="1D4F91"/>
                </a:solidFill>
              </a:defRPr>
            </a:lvl1pPr>
            <a:lvl2pPr marL="0" indent="0">
              <a:lnSpc>
                <a:spcPct val="110000"/>
              </a:lnSpc>
              <a:buNone/>
              <a:defRPr sz="1600"/>
            </a:lvl2pPr>
            <a:lvl3pPr marL="404813" indent="-174625">
              <a:lnSpc>
                <a:spcPct val="100000"/>
              </a:lnSpc>
              <a:buFont typeface="Arial" panose="020B0604020202020204" pitchFamily="34" charset="0"/>
              <a:buChar char="•"/>
              <a:tabLst/>
              <a:defRPr sz="1600"/>
            </a:lvl3pPr>
            <a:lvl4pPr marL="633413" indent="-230188">
              <a:lnSpc>
                <a:spcPct val="100000"/>
              </a:lnSpc>
              <a:buFont typeface="System Font Regular"/>
              <a:buChar char="–"/>
              <a:tabLst/>
              <a:defRPr sz="1600"/>
            </a:lvl4pPr>
            <a:lvl5pPr marL="809625" indent="-174625">
              <a:lnSpc>
                <a:spcPct val="100000"/>
              </a:lnSpc>
              <a:buFont typeface="Arial" panose="020B0604020202020204" pitchFamily="34" charset="0"/>
              <a:buChar char="•"/>
              <a:tabLst/>
              <a:defRPr sz="1600"/>
            </a:lvl5pPr>
            <a:lvl6pPr marL="809625" indent="0">
              <a:lnSpc>
                <a:spcPct val="100000"/>
              </a:lnSpc>
              <a:buFont typeface="System Font Regular"/>
              <a:buNone/>
              <a:tabLst/>
              <a:defRPr sz="1600">
                <a:solidFill>
                  <a:srgbClr val="63666A"/>
                </a:solidFill>
              </a:defRPr>
            </a:lvl6pPr>
          </a:lstStyle>
          <a:p>
            <a:pPr lvl="0"/>
            <a:r>
              <a:rPr lang="en-US" dirty="0"/>
              <a:t>Subtitle preset in 18pt Arial Bold</a:t>
            </a:r>
          </a:p>
          <a:p>
            <a:pPr lvl="1"/>
            <a:r>
              <a:rPr lang="en-US" dirty="0"/>
              <a:t>The first level of text is ranged left, without any indents or bullet points, over a preset width. The first level of text is ranged left, without any indents or bullet points, over a preset width. The first level of text is ranged left, without any indents or bullet points, over a preset width</a:t>
            </a:r>
          </a:p>
        </p:txBody>
      </p:sp>
      <p:sp>
        <p:nvSpPr>
          <p:cNvPr id="5" name="Title 1">
            <a:extLst>
              <a:ext uri="{FF2B5EF4-FFF2-40B4-BE49-F238E27FC236}">
                <a16:creationId xmlns:a16="http://schemas.microsoft.com/office/drawing/2014/main" id="{7ED0D1D8-C04B-0B4A-82FB-CDEB249DAA62}"/>
              </a:ext>
            </a:extLst>
          </p:cNvPr>
          <p:cNvSpPr>
            <a:spLocks noGrp="1"/>
          </p:cNvSpPr>
          <p:nvPr>
            <p:ph type="title" hasCustomPrompt="1"/>
          </p:nvPr>
        </p:nvSpPr>
        <p:spPr>
          <a:xfrm>
            <a:off x="457200" y="457201"/>
            <a:ext cx="11274552" cy="508000"/>
          </a:xfrm>
        </p:spPr>
        <p:txBody>
          <a:bodyPr/>
          <a:lstStyle>
            <a:lvl1pPr>
              <a:defRPr>
                <a:solidFill>
                  <a:srgbClr val="1D4F91"/>
                </a:solidFill>
              </a:defRPr>
            </a:lvl1pPr>
          </a:lstStyle>
          <a:p>
            <a:r>
              <a:rPr lang="en-US" dirty="0"/>
              <a:t>Headline preset in 32pt bolded for emphasis</a:t>
            </a:r>
          </a:p>
        </p:txBody>
      </p:sp>
      <p:sp>
        <p:nvSpPr>
          <p:cNvPr id="6" name="Text Placeholder 5">
            <a:extLst>
              <a:ext uri="{FF2B5EF4-FFF2-40B4-BE49-F238E27FC236}">
                <a16:creationId xmlns:a16="http://schemas.microsoft.com/office/drawing/2014/main" id="{01445352-F363-CB41-8AD4-E3E93D8006C8}"/>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
        <p:nvSpPr>
          <p:cNvPr id="8" name="Table Placeholder 7">
            <a:extLst>
              <a:ext uri="{FF2B5EF4-FFF2-40B4-BE49-F238E27FC236}">
                <a16:creationId xmlns:a16="http://schemas.microsoft.com/office/drawing/2014/main" id="{38C5BDF6-5A48-0941-BCC0-A8FC8B27E1C8}"/>
              </a:ext>
            </a:extLst>
          </p:cNvPr>
          <p:cNvSpPr>
            <a:spLocks noGrp="1"/>
          </p:cNvSpPr>
          <p:nvPr>
            <p:ph type="tbl" sz="quarter" idx="27" hasCustomPrompt="1"/>
          </p:nvPr>
        </p:nvSpPr>
        <p:spPr>
          <a:xfrm>
            <a:off x="5065713" y="2011363"/>
            <a:ext cx="6665912" cy="3649662"/>
          </a:xfrm>
        </p:spPr>
        <p:txBody>
          <a:bodyPr anchor="ctr">
            <a:normAutofit/>
          </a:bodyPr>
          <a:lstStyle>
            <a:lvl1pPr algn="ctr">
              <a:defRPr sz="2000">
                <a:solidFill>
                  <a:srgbClr val="E63888"/>
                </a:solidFill>
              </a:defRPr>
            </a:lvl1pPr>
          </a:lstStyle>
          <a:p>
            <a:r>
              <a:rPr lang="en-US" dirty="0"/>
              <a:t>Insert table</a:t>
            </a:r>
          </a:p>
        </p:txBody>
      </p:sp>
    </p:spTree>
    <p:extLst>
      <p:ext uri="{BB962C8B-B14F-4D97-AF65-F5344CB8AC3E}">
        <p14:creationId xmlns:p14="http://schemas.microsoft.com/office/powerpoint/2010/main" val="25610343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15026F5-BBBA-D749-BB21-D11CDE00D81C}"/>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grpSp>
        <p:nvGrpSpPr>
          <p:cNvPr id="4" name="Group 3">
            <a:extLst>
              <a:ext uri="{FF2B5EF4-FFF2-40B4-BE49-F238E27FC236}">
                <a16:creationId xmlns:a16="http://schemas.microsoft.com/office/drawing/2014/main" id="{A7FE5900-BE05-5943-9CE8-026C50683845}"/>
              </a:ext>
            </a:extLst>
          </p:cNvPr>
          <p:cNvGrpSpPr/>
          <p:nvPr userDrawn="1"/>
        </p:nvGrpSpPr>
        <p:grpSpPr>
          <a:xfrm>
            <a:off x="640638" y="1857583"/>
            <a:ext cx="3248748" cy="886691"/>
            <a:chOff x="842961" y="2078183"/>
            <a:chExt cx="3248748" cy="886691"/>
          </a:xfrm>
        </p:grpSpPr>
        <p:sp>
          <p:nvSpPr>
            <p:cNvPr id="5" name="Arrow: Right 4">
              <a:extLst>
                <a:ext uri="{FF2B5EF4-FFF2-40B4-BE49-F238E27FC236}">
                  <a16:creationId xmlns:a16="http://schemas.microsoft.com/office/drawing/2014/main" id="{9E31E2A0-71E7-A54D-8BC7-653B729B08AB}"/>
                </a:ext>
              </a:extLst>
            </p:cNvPr>
            <p:cNvSpPr/>
            <p:nvPr userDrawn="1"/>
          </p:nvSpPr>
          <p:spPr>
            <a:xfrm>
              <a:off x="842961" y="2078183"/>
              <a:ext cx="3248748" cy="886691"/>
            </a:xfrm>
            <a:prstGeom prst="rightArrow">
              <a:avLst>
                <a:gd name="adj1" fmla="val 17866"/>
                <a:gd name="adj2" fmla="val 48958"/>
              </a:avLst>
            </a:prstGeom>
            <a:solidFill>
              <a:srgbClr val="E63888"/>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rgbClr val="E63888"/>
                </a:solidFill>
              </a:endParaRPr>
            </a:p>
          </p:txBody>
        </p:sp>
        <p:sp>
          <p:nvSpPr>
            <p:cNvPr id="6" name="Rectangle: Rounded Corners 6">
              <a:extLst>
                <a:ext uri="{FF2B5EF4-FFF2-40B4-BE49-F238E27FC236}">
                  <a16:creationId xmlns:a16="http://schemas.microsoft.com/office/drawing/2014/main" id="{E377CB9C-CCFD-F743-B842-3C5EB91C7FA7}"/>
                </a:ext>
              </a:extLst>
            </p:cNvPr>
            <p:cNvSpPr/>
            <p:nvPr userDrawn="1"/>
          </p:nvSpPr>
          <p:spPr>
            <a:xfrm>
              <a:off x="842961" y="2234662"/>
              <a:ext cx="2971657" cy="567769"/>
            </a:xfrm>
            <a:prstGeom prst="roundRect">
              <a:avLst/>
            </a:prstGeom>
            <a:solidFill>
              <a:srgbClr val="E63888"/>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700" b="1" dirty="0"/>
            </a:p>
          </p:txBody>
        </p:sp>
      </p:grpSp>
      <p:grpSp>
        <p:nvGrpSpPr>
          <p:cNvPr id="7" name="Group 6">
            <a:extLst>
              <a:ext uri="{FF2B5EF4-FFF2-40B4-BE49-F238E27FC236}">
                <a16:creationId xmlns:a16="http://schemas.microsoft.com/office/drawing/2014/main" id="{0F5C181A-8DD9-D849-8F7A-BA601F5DE69E}"/>
              </a:ext>
            </a:extLst>
          </p:cNvPr>
          <p:cNvGrpSpPr/>
          <p:nvPr userDrawn="1"/>
        </p:nvGrpSpPr>
        <p:grpSpPr>
          <a:xfrm>
            <a:off x="4471621" y="1857583"/>
            <a:ext cx="3248748" cy="886691"/>
            <a:chOff x="842961" y="2078183"/>
            <a:chExt cx="3248748" cy="886691"/>
          </a:xfrm>
          <a:solidFill>
            <a:schemeClr val="accent3"/>
          </a:solidFill>
        </p:grpSpPr>
        <p:sp>
          <p:nvSpPr>
            <p:cNvPr id="8" name="Arrow: Right 23">
              <a:extLst>
                <a:ext uri="{FF2B5EF4-FFF2-40B4-BE49-F238E27FC236}">
                  <a16:creationId xmlns:a16="http://schemas.microsoft.com/office/drawing/2014/main" id="{C9E3BAA7-2706-C347-8559-5E63901858FA}"/>
                </a:ext>
              </a:extLst>
            </p:cNvPr>
            <p:cNvSpPr/>
            <p:nvPr userDrawn="1"/>
          </p:nvSpPr>
          <p:spPr>
            <a:xfrm>
              <a:off x="842961" y="2078183"/>
              <a:ext cx="3248748" cy="886691"/>
            </a:xfrm>
            <a:prstGeom prst="rightArrow">
              <a:avLst>
                <a:gd name="adj1" fmla="val 17866"/>
                <a:gd name="adj2" fmla="val 48958"/>
              </a:avLst>
            </a:prstGeom>
            <a:solidFill>
              <a:srgbClr val="B01685"/>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Rectangle: Rounded Corners 25">
              <a:extLst>
                <a:ext uri="{FF2B5EF4-FFF2-40B4-BE49-F238E27FC236}">
                  <a16:creationId xmlns:a16="http://schemas.microsoft.com/office/drawing/2014/main" id="{4240BAAC-5D5C-A844-942F-33A20C89307E}"/>
                </a:ext>
              </a:extLst>
            </p:cNvPr>
            <p:cNvSpPr/>
            <p:nvPr userDrawn="1"/>
          </p:nvSpPr>
          <p:spPr>
            <a:xfrm>
              <a:off x="842961" y="2234662"/>
              <a:ext cx="2971657" cy="567769"/>
            </a:xfrm>
            <a:prstGeom prst="roundRect">
              <a:avLst/>
            </a:prstGeom>
            <a:solidFill>
              <a:srgbClr val="B01685"/>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dirty="0"/>
            </a:p>
          </p:txBody>
        </p:sp>
      </p:grpSp>
      <p:grpSp>
        <p:nvGrpSpPr>
          <p:cNvPr id="10" name="Group 9">
            <a:extLst>
              <a:ext uri="{FF2B5EF4-FFF2-40B4-BE49-F238E27FC236}">
                <a16:creationId xmlns:a16="http://schemas.microsoft.com/office/drawing/2014/main" id="{E7AB585D-30DA-374D-A868-96B029A9BC91}"/>
              </a:ext>
            </a:extLst>
          </p:cNvPr>
          <p:cNvGrpSpPr/>
          <p:nvPr userDrawn="1"/>
        </p:nvGrpSpPr>
        <p:grpSpPr>
          <a:xfrm>
            <a:off x="8302615" y="1857583"/>
            <a:ext cx="3248748" cy="886691"/>
            <a:chOff x="842961" y="2078183"/>
            <a:chExt cx="3248748" cy="886691"/>
          </a:xfrm>
          <a:solidFill>
            <a:srgbClr val="426DA9"/>
          </a:solidFill>
        </p:grpSpPr>
        <p:sp>
          <p:nvSpPr>
            <p:cNvPr id="11" name="Arrow: Right 29">
              <a:extLst>
                <a:ext uri="{FF2B5EF4-FFF2-40B4-BE49-F238E27FC236}">
                  <a16:creationId xmlns:a16="http://schemas.microsoft.com/office/drawing/2014/main" id="{724C2C8E-8CDF-6C4F-8D3F-C74921E0452E}"/>
                </a:ext>
              </a:extLst>
            </p:cNvPr>
            <p:cNvSpPr/>
            <p:nvPr userDrawn="1"/>
          </p:nvSpPr>
          <p:spPr>
            <a:xfrm>
              <a:off x="842961" y="2078183"/>
              <a:ext cx="3248748" cy="886691"/>
            </a:xfrm>
            <a:prstGeom prst="rightArrow">
              <a:avLst>
                <a:gd name="adj1" fmla="val 17866"/>
                <a:gd name="adj2" fmla="val 48958"/>
              </a:avLst>
            </a:prstGeom>
            <a:grp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Rectangle: Rounded Corners 30">
              <a:extLst>
                <a:ext uri="{FF2B5EF4-FFF2-40B4-BE49-F238E27FC236}">
                  <a16:creationId xmlns:a16="http://schemas.microsoft.com/office/drawing/2014/main" id="{09E6DF47-6485-3146-AB2C-BFF41F1E97E9}"/>
                </a:ext>
              </a:extLst>
            </p:cNvPr>
            <p:cNvSpPr/>
            <p:nvPr userDrawn="1"/>
          </p:nvSpPr>
          <p:spPr>
            <a:xfrm>
              <a:off x="842961" y="2234662"/>
              <a:ext cx="2971657" cy="567769"/>
            </a:xfrm>
            <a:prstGeom prst="roundRect">
              <a:avLst/>
            </a:prstGeom>
            <a:grp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dirty="0"/>
            </a:p>
          </p:txBody>
        </p:sp>
      </p:grpSp>
      <p:sp>
        <p:nvSpPr>
          <p:cNvPr id="13" name="Text Placeholder 3">
            <a:extLst>
              <a:ext uri="{FF2B5EF4-FFF2-40B4-BE49-F238E27FC236}">
                <a16:creationId xmlns:a16="http://schemas.microsoft.com/office/drawing/2014/main" id="{EF18F3A3-7A6C-404E-9BEC-40197828B32A}"/>
              </a:ext>
            </a:extLst>
          </p:cNvPr>
          <p:cNvSpPr>
            <a:spLocks noGrp="1"/>
          </p:cNvSpPr>
          <p:nvPr>
            <p:ph type="body" sz="quarter" idx="27" hasCustomPrompt="1"/>
          </p:nvPr>
        </p:nvSpPr>
        <p:spPr>
          <a:xfrm>
            <a:off x="8402112" y="2097150"/>
            <a:ext cx="2731510" cy="393700"/>
          </a:xfrm>
        </p:spPr>
        <p:txBody>
          <a:bodyPr lIns="0" rIns="0" anchor="ctr">
            <a:normAutofit/>
          </a:bodyPr>
          <a:lstStyle>
            <a:lvl1pPr algn="ctr">
              <a:defRPr sz="1800" b="1">
                <a:solidFill>
                  <a:schemeClr val="bg1"/>
                </a:solidFill>
              </a:defRPr>
            </a:lvl1pPr>
          </a:lstStyle>
          <a:p>
            <a:pPr lvl="0"/>
            <a:r>
              <a:rPr lang="en-US" dirty="0"/>
              <a:t>Title preset in 18pt bold</a:t>
            </a:r>
          </a:p>
        </p:txBody>
      </p:sp>
      <p:sp>
        <p:nvSpPr>
          <p:cNvPr id="14" name="Text Placeholder 3">
            <a:extLst>
              <a:ext uri="{FF2B5EF4-FFF2-40B4-BE49-F238E27FC236}">
                <a16:creationId xmlns:a16="http://schemas.microsoft.com/office/drawing/2014/main" id="{D79299A0-7744-8A4F-8DD2-9389F031437D}"/>
              </a:ext>
            </a:extLst>
          </p:cNvPr>
          <p:cNvSpPr>
            <a:spLocks noGrp="1"/>
          </p:cNvSpPr>
          <p:nvPr>
            <p:ph type="body" sz="quarter" idx="28" hasCustomPrompt="1"/>
          </p:nvPr>
        </p:nvSpPr>
        <p:spPr>
          <a:xfrm>
            <a:off x="4563058" y="2097150"/>
            <a:ext cx="2731510" cy="393700"/>
          </a:xfrm>
        </p:spPr>
        <p:txBody>
          <a:bodyPr lIns="0" rIns="0" anchor="ctr">
            <a:normAutofit/>
          </a:bodyPr>
          <a:lstStyle>
            <a:lvl1pPr algn="ctr">
              <a:defRPr sz="1800" b="1">
                <a:solidFill>
                  <a:schemeClr val="bg1"/>
                </a:solidFill>
              </a:defRPr>
            </a:lvl1pPr>
          </a:lstStyle>
          <a:p>
            <a:pPr lvl="0"/>
            <a:r>
              <a:rPr lang="en-US" dirty="0"/>
              <a:t>Title preset in 18pt bold</a:t>
            </a:r>
          </a:p>
        </p:txBody>
      </p:sp>
      <p:sp>
        <p:nvSpPr>
          <p:cNvPr id="15" name="Text Placeholder 3">
            <a:extLst>
              <a:ext uri="{FF2B5EF4-FFF2-40B4-BE49-F238E27FC236}">
                <a16:creationId xmlns:a16="http://schemas.microsoft.com/office/drawing/2014/main" id="{EF5C3E1D-0191-8E47-BDD9-C9C86B107864}"/>
              </a:ext>
            </a:extLst>
          </p:cNvPr>
          <p:cNvSpPr>
            <a:spLocks noGrp="1"/>
          </p:cNvSpPr>
          <p:nvPr>
            <p:ph type="body" sz="quarter" idx="29" hasCustomPrompt="1"/>
          </p:nvPr>
        </p:nvSpPr>
        <p:spPr>
          <a:xfrm>
            <a:off x="712292" y="2097150"/>
            <a:ext cx="2731510" cy="393700"/>
          </a:xfrm>
        </p:spPr>
        <p:txBody>
          <a:bodyPr lIns="0" rIns="0" anchor="ctr">
            <a:normAutofit/>
          </a:bodyPr>
          <a:lstStyle>
            <a:lvl1pPr algn="ctr">
              <a:defRPr sz="1800" b="1">
                <a:solidFill>
                  <a:schemeClr val="bg1"/>
                </a:solidFill>
              </a:defRPr>
            </a:lvl1pPr>
          </a:lstStyle>
          <a:p>
            <a:pPr lvl="0"/>
            <a:r>
              <a:rPr lang="en-US" dirty="0"/>
              <a:t>Title preset in 18pt bold</a:t>
            </a:r>
          </a:p>
        </p:txBody>
      </p:sp>
      <p:sp>
        <p:nvSpPr>
          <p:cNvPr id="16" name="Text Placeholder 3">
            <a:extLst>
              <a:ext uri="{FF2B5EF4-FFF2-40B4-BE49-F238E27FC236}">
                <a16:creationId xmlns:a16="http://schemas.microsoft.com/office/drawing/2014/main" id="{F8614F00-7E24-7942-B84E-5066D9CB6120}"/>
              </a:ext>
            </a:extLst>
          </p:cNvPr>
          <p:cNvSpPr>
            <a:spLocks noGrp="1"/>
          </p:cNvSpPr>
          <p:nvPr>
            <p:ph type="body" sz="quarter" idx="30" hasCustomPrompt="1"/>
          </p:nvPr>
        </p:nvSpPr>
        <p:spPr>
          <a:xfrm>
            <a:off x="640637" y="2900753"/>
            <a:ext cx="3248747" cy="2930525"/>
          </a:xfrm>
        </p:spPr>
        <p:txBody>
          <a:bodyPr>
            <a:normAutofit/>
          </a:bodyPr>
          <a:lstStyle>
            <a:lvl1pPr marL="176213" indent="-176213">
              <a:lnSpc>
                <a:spcPct val="110000"/>
              </a:lnSpc>
              <a:buFont typeface="Arial" panose="020B0604020202020204" pitchFamily="34" charset="0"/>
              <a:buChar char="•"/>
              <a:tabLst/>
              <a:defRPr sz="1600" b="0">
                <a:solidFill>
                  <a:srgbClr val="63666A"/>
                </a:solidFill>
              </a:defRPr>
            </a:lvl1pPr>
            <a:lvl2pPr marL="174625" indent="-174625">
              <a:lnSpc>
                <a:spcPct val="110000"/>
              </a:lnSpc>
              <a:buFont typeface="Arial" panose="020B0604020202020204" pitchFamily="34" charset="0"/>
              <a:buChar char="•"/>
              <a:tabLst/>
              <a:defRPr sz="1600"/>
            </a:lvl2pPr>
            <a:lvl3pPr marL="347472" indent="-169863">
              <a:lnSpc>
                <a:spcPct val="110000"/>
              </a:lnSpc>
              <a:buFont typeface="System Font Regular"/>
              <a:buChar char="–"/>
              <a:tabLst/>
              <a:defRPr sz="1600">
                <a:solidFill>
                  <a:srgbClr val="63666A"/>
                </a:solidFill>
              </a:defRPr>
            </a:lvl3pPr>
            <a:lvl4pPr marL="521208" indent="-169863">
              <a:lnSpc>
                <a:spcPct val="110000"/>
              </a:lnSpc>
              <a:buFont typeface="Arial" panose="020B0604020202020204" pitchFamily="34" charset="0"/>
              <a:buChar char="•"/>
              <a:tabLst/>
              <a:defRPr sz="1600">
                <a:solidFill>
                  <a:srgbClr val="63666A"/>
                </a:solidFill>
              </a:defRPr>
            </a:lvl4pPr>
            <a:lvl5pPr marL="694944" indent="-169863">
              <a:lnSpc>
                <a:spcPct val="110000"/>
              </a:lnSpc>
              <a:buFont typeface="System Font Regular"/>
              <a:buChar char="–"/>
              <a:tabLst/>
              <a:defRPr sz="1600">
                <a:solidFill>
                  <a:srgbClr val="63666A"/>
                </a:solidFill>
              </a:defRPr>
            </a:lvl5pPr>
          </a:lstStyle>
          <a:p>
            <a:pPr lvl="0"/>
            <a:r>
              <a:rPr lang="en-US" dirty="0"/>
              <a:t>First level</a:t>
            </a:r>
          </a:p>
          <a:p>
            <a:pPr lvl="2"/>
            <a:r>
              <a:rPr lang="en-US" dirty="0"/>
              <a:t>Second level</a:t>
            </a:r>
          </a:p>
          <a:p>
            <a:pPr lvl="3"/>
            <a:r>
              <a:rPr lang="en-US" dirty="0"/>
              <a:t>Third level</a:t>
            </a:r>
          </a:p>
          <a:p>
            <a:pPr lvl="4"/>
            <a:r>
              <a:rPr lang="en-US" dirty="0"/>
              <a:t>Fourth level</a:t>
            </a:r>
          </a:p>
        </p:txBody>
      </p:sp>
      <p:sp>
        <p:nvSpPr>
          <p:cNvPr id="17" name="Text Placeholder 3">
            <a:extLst>
              <a:ext uri="{FF2B5EF4-FFF2-40B4-BE49-F238E27FC236}">
                <a16:creationId xmlns:a16="http://schemas.microsoft.com/office/drawing/2014/main" id="{7C7100CF-3FE9-494C-BB28-D8387C862C9B}"/>
              </a:ext>
            </a:extLst>
          </p:cNvPr>
          <p:cNvSpPr>
            <a:spLocks noGrp="1"/>
          </p:cNvSpPr>
          <p:nvPr>
            <p:ph type="body" sz="quarter" idx="31" hasCustomPrompt="1"/>
          </p:nvPr>
        </p:nvSpPr>
        <p:spPr>
          <a:xfrm>
            <a:off x="4471619" y="2900753"/>
            <a:ext cx="3248747" cy="2930525"/>
          </a:xfrm>
        </p:spPr>
        <p:txBody>
          <a:bodyPr>
            <a:normAutofit/>
          </a:bodyPr>
          <a:lstStyle>
            <a:lvl1pPr marL="176213" indent="-176213">
              <a:lnSpc>
                <a:spcPct val="110000"/>
              </a:lnSpc>
              <a:buFont typeface="Arial" panose="020B0604020202020204" pitchFamily="34" charset="0"/>
              <a:buChar char="•"/>
              <a:tabLst/>
              <a:defRPr sz="1600" b="0">
                <a:solidFill>
                  <a:srgbClr val="63666A"/>
                </a:solidFill>
              </a:defRPr>
            </a:lvl1pPr>
            <a:lvl2pPr marL="174625" indent="-174625">
              <a:lnSpc>
                <a:spcPct val="110000"/>
              </a:lnSpc>
              <a:buFont typeface="Arial" panose="020B0604020202020204" pitchFamily="34" charset="0"/>
              <a:buChar char="•"/>
              <a:tabLst/>
              <a:defRPr sz="1600"/>
            </a:lvl2pPr>
            <a:lvl3pPr marL="347472" indent="-173038">
              <a:lnSpc>
                <a:spcPct val="110000"/>
              </a:lnSpc>
              <a:buFont typeface="System Font Regular"/>
              <a:buChar char="–"/>
              <a:tabLst/>
              <a:defRPr sz="1600">
                <a:solidFill>
                  <a:srgbClr val="63666A"/>
                </a:solidFill>
              </a:defRPr>
            </a:lvl3pPr>
            <a:lvl4pPr marL="521208" indent="-169863">
              <a:lnSpc>
                <a:spcPct val="110000"/>
              </a:lnSpc>
              <a:buFont typeface="Arial" panose="020B0604020202020204" pitchFamily="34" charset="0"/>
              <a:buChar char="•"/>
              <a:tabLst/>
              <a:defRPr sz="1600">
                <a:solidFill>
                  <a:srgbClr val="63666A"/>
                </a:solidFill>
              </a:defRPr>
            </a:lvl4pPr>
            <a:lvl5pPr marL="694944" indent="-169863">
              <a:lnSpc>
                <a:spcPct val="110000"/>
              </a:lnSpc>
              <a:buFont typeface="System Font Regular"/>
              <a:buChar char="–"/>
              <a:tabLst/>
              <a:defRPr sz="1600">
                <a:solidFill>
                  <a:srgbClr val="63666A"/>
                </a:solidFill>
              </a:defRPr>
            </a:lvl5pPr>
          </a:lstStyle>
          <a:p>
            <a:pPr lvl="0"/>
            <a:r>
              <a:rPr lang="en-US" dirty="0"/>
              <a:t>First level</a:t>
            </a:r>
          </a:p>
          <a:p>
            <a:pPr lvl="2"/>
            <a:r>
              <a:rPr lang="en-US" dirty="0"/>
              <a:t>Second level</a:t>
            </a:r>
          </a:p>
          <a:p>
            <a:pPr lvl="3"/>
            <a:r>
              <a:rPr lang="en-US" dirty="0"/>
              <a:t>Third level</a:t>
            </a:r>
          </a:p>
          <a:p>
            <a:pPr lvl="4"/>
            <a:r>
              <a:rPr lang="en-US" dirty="0"/>
              <a:t>Fourth level</a:t>
            </a:r>
          </a:p>
        </p:txBody>
      </p:sp>
      <p:sp>
        <p:nvSpPr>
          <p:cNvPr id="18" name="Text Placeholder 3">
            <a:extLst>
              <a:ext uri="{FF2B5EF4-FFF2-40B4-BE49-F238E27FC236}">
                <a16:creationId xmlns:a16="http://schemas.microsoft.com/office/drawing/2014/main" id="{C53813F6-479B-D347-9AA1-E09B838EFAF8}"/>
              </a:ext>
            </a:extLst>
          </p:cNvPr>
          <p:cNvSpPr>
            <a:spLocks noGrp="1"/>
          </p:cNvSpPr>
          <p:nvPr>
            <p:ph type="body" sz="quarter" idx="32" hasCustomPrompt="1"/>
          </p:nvPr>
        </p:nvSpPr>
        <p:spPr>
          <a:xfrm>
            <a:off x="8302610" y="2900753"/>
            <a:ext cx="3248747" cy="2930525"/>
          </a:xfrm>
        </p:spPr>
        <p:txBody>
          <a:bodyPr>
            <a:normAutofit/>
          </a:bodyPr>
          <a:lstStyle>
            <a:lvl1pPr marL="176213" indent="-176213">
              <a:lnSpc>
                <a:spcPct val="110000"/>
              </a:lnSpc>
              <a:buFont typeface="Arial" panose="020B0604020202020204" pitchFamily="34" charset="0"/>
              <a:buChar char="•"/>
              <a:tabLst/>
              <a:defRPr sz="1600" b="0">
                <a:solidFill>
                  <a:srgbClr val="63666A"/>
                </a:solidFill>
              </a:defRPr>
            </a:lvl1pPr>
            <a:lvl2pPr marL="174625" indent="-174625">
              <a:lnSpc>
                <a:spcPct val="110000"/>
              </a:lnSpc>
              <a:buFont typeface="Arial" panose="020B0604020202020204" pitchFamily="34" charset="0"/>
              <a:buChar char="•"/>
              <a:tabLst/>
              <a:defRPr sz="1600"/>
            </a:lvl2pPr>
            <a:lvl3pPr marL="347472" indent="-169863">
              <a:lnSpc>
                <a:spcPct val="110000"/>
              </a:lnSpc>
              <a:buFont typeface="System Font Regular"/>
              <a:buChar char="–"/>
              <a:tabLst/>
              <a:defRPr sz="1600">
                <a:solidFill>
                  <a:srgbClr val="63666A"/>
                </a:solidFill>
              </a:defRPr>
            </a:lvl3pPr>
            <a:lvl4pPr marL="520700" indent="-169863">
              <a:lnSpc>
                <a:spcPct val="110000"/>
              </a:lnSpc>
              <a:buFont typeface="Arial" panose="020B0604020202020204" pitchFamily="34" charset="0"/>
              <a:buChar char="•"/>
              <a:tabLst/>
              <a:defRPr sz="1600">
                <a:solidFill>
                  <a:srgbClr val="63666A"/>
                </a:solidFill>
              </a:defRPr>
            </a:lvl4pPr>
            <a:lvl5pPr marL="694944" indent="-173736">
              <a:lnSpc>
                <a:spcPct val="110000"/>
              </a:lnSpc>
              <a:buFont typeface="System Font Regular"/>
              <a:buChar char="–"/>
              <a:tabLst/>
              <a:defRPr sz="1600">
                <a:solidFill>
                  <a:srgbClr val="63666A"/>
                </a:solidFill>
              </a:defRPr>
            </a:lvl5pPr>
          </a:lstStyle>
          <a:p>
            <a:pPr lvl="0"/>
            <a:r>
              <a:rPr lang="en-US" dirty="0"/>
              <a:t>First level</a:t>
            </a:r>
          </a:p>
          <a:p>
            <a:pPr lvl="2"/>
            <a:r>
              <a:rPr lang="en-US" dirty="0"/>
              <a:t>Second level</a:t>
            </a:r>
          </a:p>
          <a:p>
            <a:pPr lvl="3"/>
            <a:r>
              <a:rPr lang="en-US" dirty="0"/>
              <a:t>Third level</a:t>
            </a:r>
          </a:p>
          <a:p>
            <a:pPr lvl="4"/>
            <a:r>
              <a:rPr lang="en-US" dirty="0"/>
              <a:t>Fourth level</a:t>
            </a:r>
          </a:p>
        </p:txBody>
      </p:sp>
      <p:sp>
        <p:nvSpPr>
          <p:cNvPr id="19" name="Title 1">
            <a:extLst>
              <a:ext uri="{FF2B5EF4-FFF2-40B4-BE49-F238E27FC236}">
                <a16:creationId xmlns:a16="http://schemas.microsoft.com/office/drawing/2014/main" id="{8418D6D3-C734-EF43-87BB-79F732AF8811}"/>
              </a:ext>
            </a:extLst>
          </p:cNvPr>
          <p:cNvSpPr>
            <a:spLocks noGrp="1"/>
          </p:cNvSpPr>
          <p:nvPr>
            <p:ph type="title" hasCustomPrompt="1"/>
          </p:nvPr>
        </p:nvSpPr>
        <p:spPr>
          <a:xfrm>
            <a:off x="457200" y="457201"/>
            <a:ext cx="11274552" cy="508000"/>
          </a:xfrm>
        </p:spPr>
        <p:txBody>
          <a:bodyPr/>
          <a:lstStyle>
            <a:lvl1pPr>
              <a:defRPr>
                <a:solidFill>
                  <a:srgbClr val="1D4F91"/>
                </a:solidFill>
              </a:defRPr>
            </a:lvl1pPr>
          </a:lstStyle>
          <a:p>
            <a:r>
              <a:rPr lang="en-US" dirty="0"/>
              <a:t>Headline preset in 32pt bolded for emphasis</a:t>
            </a:r>
          </a:p>
        </p:txBody>
      </p:sp>
      <p:sp>
        <p:nvSpPr>
          <p:cNvPr id="20" name="Text Placeholder 5">
            <a:extLst>
              <a:ext uri="{FF2B5EF4-FFF2-40B4-BE49-F238E27FC236}">
                <a16:creationId xmlns:a16="http://schemas.microsoft.com/office/drawing/2014/main" id="{1A107D05-2A7D-894E-8343-DAA898DFB830}"/>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137898788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line &amp; Subhea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15026F5-BBBA-D749-BB21-D11CDE00D81C}"/>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
        <p:nvSpPr>
          <p:cNvPr id="19" name="Title 1">
            <a:extLst>
              <a:ext uri="{FF2B5EF4-FFF2-40B4-BE49-F238E27FC236}">
                <a16:creationId xmlns:a16="http://schemas.microsoft.com/office/drawing/2014/main" id="{8418D6D3-C734-EF43-87BB-79F732AF8811}"/>
              </a:ext>
            </a:extLst>
          </p:cNvPr>
          <p:cNvSpPr>
            <a:spLocks noGrp="1"/>
          </p:cNvSpPr>
          <p:nvPr>
            <p:ph type="title" hasCustomPrompt="1"/>
          </p:nvPr>
        </p:nvSpPr>
        <p:spPr>
          <a:xfrm>
            <a:off x="457200" y="457201"/>
            <a:ext cx="11274552" cy="508000"/>
          </a:xfrm>
        </p:spPr>
        <p:txBody>
          <a:bodyPr/>
          <a:lstStyle>
            <a:lvl1pPr>
              <a:defRPr>
                <a:solidFill>
                  <a:srgbClr val="1D4F91"/>
                </a:solidFill>
              </a:defRPr>
            </a:lvl1pPr>
          </a:lstStyle>
          <a:p>
            <a:r>
              <a:rPr lang="en-US" dirty="0"/>
              <a:t>Headline preset in 32pt bolded for emphasis</a:t>
            </a:r>
          </a:p>
        </p:txBody>
      </p:sp>
      <p:sp>
        <p:nvSpPr>
          <p:cNvPr id="20" name="Text Placeholder 5">
            <a:extLst>
              <a:ext uri="{FF2B5EF4-FFF2-40B4-BE49-F238E27FC236}">
                <a16:creationId xmlns:a16="http://schemas.microsoft.com/office/drawing/2014/main" id="{1A107D05-2A7D-894E-8343-DAA898DFB830}"/>
              </a:ext>
            </a:extLst>
          </p:cNvPr>
          <p:cNvSpPr>
            <a:spLocks noGrp="1"/>
          </p:cNvSpPr>
          <p:nvPr>
            <p:ph type="body" sz="quarter" idx="24" hasCustomPrompt="1"/>
          </p:nvPr>
        </p:nvSpPr>
        <p:spPr>
          <a:xfrm>
            <a:off x="457200" y="1005840"/>
            <a:ext cx="11274425" cy="419100"/>
          </a:xfrm>
        </p:spPr>
        <p:txBody>
          <a:bodyPr>
            <a:normAutofit/>
          </a:bodyPr>
          <a:lstStyle>
            <a:lvl1pPr>
              <a:lnSpc>
                <a:spcPct val="120000"/>
              </a:lnSpc>
              <a:spcBef>
                <a:spcPts val="0"/>
              </a:spcBef>
              <a:defRPr sz="1800">
                <a:solidFill>
                  <a:srgbClr val="1D4F91"/>
                </a:solidFill>
              </a:defRPr>
            </a:lvl1pPr>
          </a:lstStyle>
          <a:p>
            <a:pPr lvl="0"/>
            <a:r>
              <a:rPr lang="en-US" dirty="0" err="1"/>
              <a:t>Subheadline</a:t>
            </a:r>
            <a:r>
              <a:rPr lang="en-US" dirty="0"/>
              <a:t> preset in 18pt, if required</a:t>
            </a:r>
          </a:p>
        </p:txBody>
      </p:sp>
    </p:spTree>
    <p:extLst>
      <p:ext uri="{BB962C8B-B14F-4D97-AF65-F5344CB8AC3E}">
        <p14:creationId xmlns:p14="http://schemas.microsoft.com/office/powerpoint/2010/main" val="256991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15026F5-BBBA-D749-BB21-D11CDE00D81C}"/>
              </a:ext>
            </a:extLst>
          </p:cNvPr>
          <p:cNvSpPr>
            <a:spLocks noGrp="1"/>
          </p:cNvSpPr>
          <p:nvPr>
            <p:ph type="ftr" sz="quarter" idx="10"/>
          </p:nvPr>
        </p:nvSpPr>
        <p:spPr/>
        <p:txBody>
          <a:body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spTree>
    <p:extLst>
      <p:ext uri="{BB962C8B-B14F-4D97-AF65-F5344CB8AC3E}">
        <p14:creationId xmlns:p14="http://schemas.microsoft.com/office/powerpoint/2010/main" val="307285587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ack cover blue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9" name="Picture 8" descr="A picture containing bird&#10;&#10;Description automatically generated">
            <a:extLst>
              <a:ext uri="{FF2B5EF4-FFF2-40B4-BE49-F238E27FC236}">
                <a16:creationId xmlns:a16="http://schemas.microsoft.com/office/drawing/2014/main" id="{CC59FECF-51FD-3341-99E3-EB3525D6B3F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Picture 3" descr="Logo&#10;&#10;Description automatically generated">
            <a:extLst>
              <a:ext uri="{FF2B5EF4-FFF2-40B4-BE49-F238E27FC236}">
                <a16:creationId xmlns:a16="http://schemas.microsoft.com/office/drawing/2014/main" id="{4CC0D3DD-C038-760A-9B7A-881B876E063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26250" y="2344368"/>
            <a:ext cx="4555455" cy="2169263"/>
          </a:xfrm>
          <a:prstGeom prst="rect">
            <a:avLst/>
          </a:prstGeom>
        </p:spPr>
      </p:pic>
    </p:spTree>
    <p:extLst>
      <p:ext uri="{BB962C8B-B14F-4D97-AF65-F5344CB8AC3E}">
        <p14:creationId xmlns:p14="http://schemas.microsoft.com/office/powerpoint/2010/main" val="6013334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ack cover purple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A922749-82B3-1A46-8EBF-6CE47E33CAC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2" name="Picture 1" descr="Logo&#10;&#10;Description automatically generated">
            <a:extLst>
              <a:ext uri="{FF2B5EF4-FFF2-40B4-BE49-F238E27FC236}">
                <a16:creationId xmlns:a16="http://schemas.microsoft.com/office/drawing/2014/main" id="{42E54567-0207-26FB-865F-738CB599CAE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26250" y="2344368"/>
            <a:ext cx="4555455" cy="2169263"/>
          </a:xfrm>
          <a:prstGeom prst="rect">
            <a:avLst/>
          </a:prstGeom>
        </p:spPr>
      </p:pic>
    </p:spTree>
    <p:extLst>
      <p:ext uri="{BB962C8B-B14F-4D97-AF65-F5344CB8AC3E}">
        <p14:creationId xmlns:p14="http://schemas.microsoft.com/office/powerpoint/2010/main" val="421404724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Back cover purple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A922749-82B3-1A46-8EBF-6CE47E33CAC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2348"/>
            <a:ext cx="12192000" cy="6990348"/>
          </a:xfrm>
          <a:prstGeom prst="rect">
            <a:avLst/>
          </a:prstGeom>
        </p:spPr>
      </p:pic>
      <p:pic>
        <p:nvPicPr>
          <p:cNvPr id="2" name="Picture 1" descr="Logo&#10;&#10;Description automatically generated">
            <a:extLst>
              <a:ext uri="{FF2B5EF4-FFF2-40B4-BE49-F238E27FC236}">
                <a16:creationId xmlns:a16="http://schemas.microsoft.com/office/drawing/2014/main" id="{65E2AC9D-1436-3E0A-E40A-A0C0AEEDA67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26250" y="2344368"/>
            <a:ext cx="4555455" cy="2169263"/>
          </a:xfrm>
          <a:prstGeom prst="rect">
            <a:avLst/>
          </a:prstGeom>
        </p:spPr>
      </p:pic>
    </p:spTree>
    <p:extLst>
      <p:ext uri="{BB962C8B-B14F-4D97-AF65-F5344CB8AC3E}">
        <p14:creationId xmlns:p14="http://schemas.microsoft.com/office/powerpoint/2010/main" val="416002397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ack cover pink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E7995DD-62FF-7047-8628-B6B5091B6F5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2" name="Picture 1" descr="Logo&#10;&#10;Description automatically generated">
            <a:extLst>
              <a:ext uri="{FF2B5EF4-FFF2-40B4-BE49-F238E27FC236}">
                <a16:creationId xmlns:a16="http://schemas.microsoft.com/office/drawing/2014/main" id="{F72E8623-EF7F-7707-336D-AB5340F79B0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26250" y="2344368"/>
            <a:ext cx="4555455" cy="2169263"/>
          </a:xfrm>
          <a:prstGeom prst="rect">
            <a:avLst/>
          </a:prstGeom>
        </p:spPr>
      </p:pic>
    </p:spTree>
    <p:extLst>
      <p:ext uri="{BB962C8B-B14F-4D97-AF65-F5344CB8AC3E}">
        <p14:creationId xmlns:p14="http://schemas.microsoft.com/office/powerpoint/2010/main" val="203737467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ack cover blue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7A90E4-EB51-2C46-89AF-C42F3B40DA0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268"/>
          <a:stretch/>
        </p:blipFill>
        <p:spPr>
          <a:xfrm>
            <a:off x="-2" y="0"/>
            <a:ext cx="12192002" cy="6858000"/>
          </a:xfrm>
          <a:prstGeom prst="rect">
            <a:avLst/>
          </a:prstGeom>
        </p:spPr>
      </p:pic>
      <p:sp>
        <p:nvSpPr>
          <p:cNvPr id="3" name="Footer Placeholder 2">
            <a:extLst>
              <a:ext uri="{FF2B5EF4-FFF2-40B4-BE49-F238E27FC236}">
                <a16:creationId xmlns:a16="http://schemas.microsoft.com/office/drawing/2014/main" id="{C2AB8D27-C15B-7E4A-A394-A215031FBE46}"/>
              </a:ext>
            </a:extLst>
          </p:cNvPr>
          <p:cNvSpPr>
            <a:spLocks noGrp="1"/>
          </p:cNvSpPr>
          <p:nvPr>
            <p:ph type="ftr" sz="quarter" idx="10"/>
          </p:nvPr>
        </p:nvSpPr>
        <p:spPr/>
        <p:txBody>
          <a:bodyPr/>
          <a:lstStyle/>
          <a:p>
            <a:r>
              <a:rPr lang="en-US" sz="650" dirty="0">
                <a:latin typeface="Arial" panose="020B0604020202020204" pitchFamily="34" charset="0"/>
                <a:cs typeface="Arial" panose="020B0604020202020204" pitchFamily="34" charset="0"/>
              </a:rPr>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sz="650" b="1" dirty="0">
                <a:latin typeface="Arial" panose="020B0604020202020204" pitchFamily="34" charset="0"/>
                <a:cs typeface="Arial" panose="020B0604020202020204" pitchFamily="34" charset="0"/>
              </a:rPr>
              <a:t>Experian [Public. Confidential. Internal. Restricted. – please choose the appropriate category].</a:t>
            </a:r>
            <a:endParaRPr lang="en-US" dirty="0"/>
          </a:p>
        </p:txBody>
      </p:sp>
      <p:pic>
        <p:nvPicPr>
          <p:cNvPr id="2" name="Picture 1" descr="Logo&#10;&#10;Description automatically generated">
            <a:extLst>
              <a:ext uri="{FF2B5EF4-FFF2-40B4-BE49-F238E27FC236}">
                <a16:creationId xmlns:a16="http://schemas.microsoft.com/office/drawing/2014/main" id="{F8885D4A-83BD-97C4-D127-E021013A5E8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26250" y="2344368"/>
            <a:ext cx="4555455" cy="2169263"/>
          </a:xfrm>
          <a:prstGeom prst="rect">
            <a:avLst/>
          </a:prstGeom>
        </p:spPr>
      </p:pic>
    </p:spTree>
    <p:extLst>
      <p:ext uri="{BB962C8B-B14F-4D97-AF65-F5344CB8AC3E}">
        <p14:creationId xmlns:p14="http://schemas.microsoft.com/office/powerpoint/2010/main" val="36475197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ack cover purple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0A401A-67B7-4F4A-B401-677CA4EC339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 y="-1"/>
            <a:ext cx="12192000" cy="6857575"/>
          </a:xfrm>
          <a:prstGeom prst="rect">
            <a:avLst/>
          </a:prstGeom>
        </p:spPr>
      </p:pic>
      <p:sp>
        <p:nvSpPr>
          <p:cNvPr id="3" name="Footer Placeholder 2">
            <a:extLst>
              <a:ext uri="{FF2B5EF4-FFF2-40B4-BE49-F238E27FC236}">
                <a16:creationId xmlns:a16="http://schemas.microsoft.com/office/drawing/2014/main" id="{C2AB8D27-C15B-7E4A-A394-A215031FBE46}"/>
              </a:ext>
            </a:extLst>
          </p:cNvPr>
          <p:cNvSpPr>
            <a:spLocks noGrp="1"/>
          </p:cNvSpPr>
          <p:nvPr>
            <p:ph type="ftr" sz="quarter" idx="10"/>
          </p:nvPr>
        </p:nvSpPr>
        <p:spPr/>
        <p:txBody>
          <a:bodyPr/>
          <a:lstStyle/>
          <a:p>
            <a:r>
              <a:rPr lang="en-US" sz="650" dirty="0">
                <a:latin typeface="Arial" panose="020B0604020202020204" pitchFamily="34" charset="0"/>
                <a:cs typeface="Arial" panose="020B0604020202020204" pitchFamily="34" charset="0"/>
              </a:rPr>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sz="650" b="1" dirty="0">
                <a:latin typeface="Arial" panose="020B0604020202020204" pitchFamily="34" charset="0"/>
                <a:cs typeface="Arial" panose="020B0604020202020204" pitchFamily="34" charset="0"/>
              </a:rPr>
              <a:t>Experian [Public. Confidential. Internal. Restricted. – please choose the appropriate category].</a:t>
            </a:r>
            <a:endParaRPr lang="en-US" dirty="0"/>
          </a:p>
        </p:txBody>
      </p:sp>
      <p:pic>
        <p:nvPicPr>
          <p:cNvPr id="2" name="Picture 1" descr="Logo&#10;&#10;Description automatically generated">
            <a:extLst>
              <a:ext uri="{FF2B5EF4-FFF2-40B4-BE49-F238E27FC236}">
                <a16:creationId xmlns:a16="http://schemas.microsoft.com/office/drawing/2014/main" id="{2167741A-27F1-C8C1-7161-2B4358C0FC8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26250" y="2344368"/>
            <a:ext cx="4555455" cy="2169263"/>
          </a:xfrm>
          <a:prstGeom prst="rect">
            <a:avLst/>
          </a:prstGeom>
        </p:spPr>
      </p:pic>
    </p:spTree>
    <p:extLst>
      <p:ext uri="{BB962C8B-B14F-4D97-AF65-F5344CB8AC3E}">
        <p14:creationId xmlns:p14="http://schemas.microsoft.com/office/powerpoint/2010/main" val="16097981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Back cover purple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0A401A-67B7-4F4A-B401-677CA4EC339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2192000" cy="7011736"/>
          </a:xfrm>
          <a:prstGeom prst="rect">
            <a:avLst/>
          </a:prstGeom>
        </p:spPr>
      </p:pic>
      <p:sp>
        <p:nvSpPr>
          <p:cNvPr id="3" name="Footer Placeholder 2">
            <a:extLst>
              <a:ext uri="{FF2B5EF4-FFF2-40B4-BE49-F238E27FC236}">
                <a16:creationId xmlns:a16="http://schemas.microsoft.com/office/drawing/2014/main" id="{C2AB8D27-C15B-7E4A-A394-A215031FBE46}"/>
              </a:ext>
            </a:extLst>
          </p:cNvPr>
          <p:cNvSpPr>
            <a:spLocks noGrp="1"/>
          </p:cNvSpPr>
          <p:nvPr>
            <p:ph type="ftr" sz="quarter" idx="10"/>
          </p:nvPr>
        </p:nvSpPr>
        <p:spPr/>
        <p:txBody>
          <a:bodyPr/>
          <a:lstStyle/>
          <a:p>
            <a:r>
              <a:rPr lang="en-US" sz="650" dirty="0">
                <a:latin typeface="Arial" panose="020B0604020202020204" pitchFamily="34" charset="0"/>
                <a:cs typeface="Arial" panose="020B0604020202020204" pitchFamily="34" charset="0"/>
              </a:rPr>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sz="650" b="1" dirty="0">
                <a:latin typeface="Arial" panose="020B0604020202020204" pitchFamily="34" charset="0"/>
                <a:cs typeface="Arial" panose="020B0604020202020204" pitchFamily="34" charset="0"/>
              </a:rPr>
              <a:t>Experian [Public. Confidential. Internal. Restricted. – please choose the appropriate category].</a:t>
            </a:r>
            <a:endParaRPr lang="en-US" dirty="0"/>
          </a:p>
        </p:txBody>
      </p:sp>
      <p:pic>
        <p:nvPicPr>
          <p:cNvPr id="2" name="Picture 1" descr="Logo&#10;&#10;Description automatically generated">
            <a:extLst>
              <a:ext uri="{FF2B5EF4-FFF2-40B4-BE49-F238E27FC236}">
                <a16:creationId xmlns:a16="http://schemas.microsoft.com/office/drawing/2014/main" id="{D937FA74-5C0B-08BD-8CB2-1D8698A4C2C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26250" y="2344368"/>
            <a:ext cx="4555455" cy="2169263"/>
          </a:xfrm>
          <a:prstGeom prst="rect">
            <a:avLst/>
          </a:prstGeom>
        </p:spPr>
      </p:pic>
    </p:spTree>
    <p:extLst>
      <p:ext uri="{BB962C8B-B14F-4D97-AF65-F5344CB8AC3E}">
        <p14:creationId xmlns:p14="http://schemas.microsoft.com/office/powerpoint/2010/main" val="394853766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ack cover pink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90B353-9972-1A47-B249-88382EFD8EA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3" name="Footer Placeholder 2">
            <a:extLst>
              <a:ext uri="{FF2B5EF4-FFF2-40B4-BE49-F238E27FC236}">
                <a16:creationId xmlns:a16="http://schemas.microsoft.com/office/drawing/2014/main" id="{C2AB8D27-C15B-7E4A-A394-A215031FBE46}"/>
              </a:ext>
            </a:extLst>
          </p:cNvPr>
          <p:cNvSpPr>
            <a:spLocks noGrp="1"/>
          </p:cNvSpPr>
          <p:nvPr>
            <p:ph type="ftr" sz="quarter" idx="10"/>
          </p:nvPr>
        </p:nvSpPr>
        <p:spPr/>
        <p:txBody>
          <a:bodyPr/>
          <a:lstStyle/>
          <a:p>
            <a:r>
              <a:rPr lang="en-US" sz="650" dirty="0">
                <a:latin typeface="Arial" panose="020B0604020202020204" pitchFamily="34" charset="0"/>
                <a:cs typeface="Arial" panose="020B0604020202020204" pitchFamily="34" charset="0"/>
              </a:rPr>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sz="650" b="1" dirty="0">
                <a:latin typeface="Arial" panose="020B0604020202020204" pitchFamily="34" charset="0"/>
                <a:cs typeface="Arial" panose="020B0604020202020204" pitchFamily="34" charset="0"/>
              </a:rPr>
              <a:t>Experian [Public. Confidential. Internal. Restricted. – please choose the appropriate category].</a:t>
            </a:r>
            <a:endParaRPr lang="en-US" dirty="0"/>
          </a:p>
        </p:txBody>
      </p:sp>
      <p:pic>
        <p:nvPicPr>
          <p:cNvPr id="2" name="Picture 1" descr="Logo&#10;&#10;Description automatically generated">
            <a:extLst>
              <a:ext uri="{FF2B5EF4-FFF2-40B4-BE49-F238E27FC236}">
                <a16:creationId xmlns:a16="http://schemas.microsoft.com/office/drawing/2014/main" id="{082F8502-588E-1834-9F17-02F6CF9BF82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26250" y="2344368"/>
            <a:ext cx="4555455" cy="2169263"/>
          </a:xfrm>
          <a:prstGeom prst="rect">
            <a:avLst/>
          </a:prstGeom>
        </p:spPr>
      </p:pic>
    </p:spTree>
    <p:extLst>
      <p:ext uri="{BB962C8B-B14F-4D97-AF65-F5344CB8AC3E}">
        <p14:creationId xmlns:p14="http://schemas.microsoft.com/office/powerpoint/2010/main" val="1776562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6"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9" Type="http://schemas.openxmlformats.org/officeDocument/2006/relationships/slideLayout" Target="../slideLayouts/slideLayout59.xml"/><Relationship Id="rId21" Type="http://schemas.openxmlformats.org/officeDocument/2006/relationships/slideLayout" Target="../slideLayouts/slideLayout41.xml"/><Relationship Id="rId34" Type="http://schemas.openxmlformats.org/officeDocument/2006/relationships/slideLayout" Target="../slideLayouts/slideLayout54.xml"/><Relationship Id="rId42" Type="http://schemas.openxmlformats.org/officeDocument/2006/relationships/slideLayout" Target="../slideLayouts/slideLayout62.xml"/><Relationship Id="rId47" Type="http://schemas.openxmlformats.org/officeDocument/2006/relationships/image" Target="../media/image21.png"/><Relationship Id="rId7" Type="http://schemas.openxmlformats.org/officeDocument/2006/relationships/slideLayout" Target="../slideLayouts/slideLayout2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9" Type="http://schemas.openxmlformats.org/officeDocument/2006/relationships/slideLayout" Target="../slideLayouts/slideLayout49.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32" Type="http://schemas.openxmlformats.org/officeDocument/2006/relationships/slideLayout" Target="../slideLayouts/slideLayout52.xml"/><Relationship Id="rId37" Type="http://schemas.openxmlformats.org/officeDocument/2006/relationships/slideLayout" Target="../slideLayouts/slideLayout57.xml"/><Relationship Id="rId40" Type="http://schemas.openxmlformats.org/officeDocument/2006/relationships/slideLayout" Target="../slideLayouts/slideLayout60.xml"/><Relationship Id="rId45" Type="http://schemas.openxmlformats.org/officeDocument/2006/relationships/slideLayout" Target="../slideLayouts/slideLayout65.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36" Type="http://schemas.openxmlformats.org/officeDocument/2006/relationships/slideLayout" Target="../slideLayouts/slideLayout56.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31" Type="http://schemas.openxmlformats.org/officeDocument/2006/relationships/slideLayout" Target="../slideLayouts/slideLayout51.xml"/><Relationship Id="rId44" Type="http://schemas.openxmlformats.org/officeDocument/2006/relationships/slideLayout" Target="../slideLayouts/slideLayout64.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30" Type="http://schemas.openxmlformats.org/officeDocument/2006/relationships/slideLayout" Target="../slideLayouts/slideLayout50.xml"/><Relationship Id="rId35" Type="http://schemas.openxmlformats.org/officeDocument/2006/relationships/slideLayout" Target="../slideLayouts/slideLayout55.xml"/><Relationship Id="rId43" Type="http://schemas.openxmlformats.org/officeDocument/2006/relationships/slideLayout" Target="../slideLayouts/slideLayout63.xml"/><Relationship Id="rId8" Type="http://schemas.openxmlformats.org/officeDocument/2006/relationships/slideLayout" Target="../slideLayouts/slideLayout28.xml"/><Relationship Id="rId3" Type="http://schemas.openxmlformats.org/officeDocument/2006/relationships/slideLayout" Target="../slideLayouts/slideLayout23.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33" Type="http://schemas.openxmlformats.org/officeDocument/2006/relationships/slideLayout" Target="../slideLayouts/slideLayout53.xml"/><Relationship Id="rId38" Type="http://schemas.openxmlformats.org/officeDocument/2006/relationships/slideLayout" Target="../slideLayouts/slideLayout58.xml"/><Relationship Id="rId46" Type="http://schemas.openxmlformats.org/officeDocument/2006/relationships/theme" Target="../theme/theme3.xml"/><Relationship Id="rId20" Type="http://schemas.openxmlformats.org/officeDocument/2006/relationships/slideLayout" Target="../slideLayouts/slideLayout40.xml"/><Relationship Id="rId41" Type="http://schemas.openxmlformats.org/officeDocument/2006/relationships/slideLayout" Target="../slideLayouts/slideLayout6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5" Type="http://schemas.openxmlformats.org/officeDocument/2006/relationships/slideLayout" Target="../slideLayouts/slideLayout70.xml"/><Relationship Id="rId4" Type="http://schemas.openxmlformats.org/officeDocument/2006/relationships/slideLayout" Target="../slideLayouts/slideLayout69.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A7CFC9-9B7F-4E48-B6DB-5EFE4130C95C}"/>
              </a:ext>
            </a:extLst>
          </p:cNvPr>
          <p:cNvSpPr>
            <a:spLocks noGrp="1"/>
          </p:cNvSpPr>
          <p:nvPr>
            <p:ph type="title"/>
          </p:nvPr>
        </p:nvSpPr>
        <p:spPr>
          <a:xfrm>
            <a:off x="457200" y="3154680"/>
            <a:ext cx="10515600" cy="1325563"/>
          </a:xfrm>
          <a:prstGeom prst="rect">
            <a:avLst/>
          </a:prstGeom>
        </p:spPr>
        <p:txBody>
          <a:bodyPr vert="horz" lIns="0" tIns="0" rIns="0" bIns="0" rtlCol="0" anchor="b" anchorCtr="0">
            <a:normAutofit/>
          </a:bodyPr>
          <a:lstStyle/>
          <a:p>
            <a:r>
              <a:rPr lang="en-US"/>
              <a:t>Presentation Title</a:t>
            </a:r>
          </a:p>
        </p:txBody>
      </p:sp>
      <p:sp>
        <p:nvSpPr>
          <p:cNvPr id="5" name="Footer Placeholder 4">
            <a:extLst>
              <a:ext uri="{FF2B5EF4-FFF2-40B4-BE49-F238E27FC236}">
                <a16:creationId xmlns:a16="http://schemas.microsoft.com/office/drawing/2014/main" id="{CA8A2849-0A69-B741-9E9B-8542C6081EA2}"/>
              </a:ext>
            </a:extLst>
          </p:cNvPr>
          <p:cNvSpPr>
            <a:spLocks noGrp="1"/>
          </p:cNvSpPr>
          <p:nvPr>
            <p:ph type="ftr" sz="quarter" idx="3"/>
          </p:nvPr>
        </p:nvSpPr>
        <p:spPr>
          <a:xfrm>
            <a:off x="457199" y="6117022"/>
            <a:ext cx="5638801" cy="447736"/>
          </a:xfrm>
          <a:prstGeom prst="rect">
            <a:avLst/>
          </a:prstGeom>
        </p:spPr>
        <p:txBody>
          <a:bodyPr vert="horz" lIns="0" tIns="0" rIns="0" bIns="0" rtlCol="0" anchor="b" anchorCtr="0"/>
          <a:lstStyle>
            <a:lvl1pPr algn="l">
              <a:defRPr sz="650">
                <a:solidFill>
                  <a:srgbClr val="63666A"/>
                </a:solidFill>
                <a:latin typeface="Arial" panose="020B0604020202020204" pitchFamily="34" charset="0"/>
                <a:cs typeface="Arial" panose="020B0604020202020204" pitchFamily="34" charset="0"/>
              </a:defRPr>
            </a:lvl1p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p:txBody>
      </p:sp>
      <p:sp>
        <p:nvSpPr>
          <p:cNvPr id="9" name="Text Placeholder 8">
            <a:extLst>
              <a:ext uri="{FF2B5EF4-FFF2-40B4-BE49-F238E27FC236}">
                <a16:creationId xmlns:a16="http://schemas.microsoft.com/office/drawing/2014/main" id="{7DBAE40A-8A62-1542-B63C-2866FF44F6E3}"/>
              </a:ext>
            </a:extLst>
          </p:cNvPr>
          <p:cNvSpPr>
            <a:spLocks noGrp="1"/>
          </p:cNvSpPr>
          <p:nvPr>
            <p:ph type="body" idx="1"/>
          </p:nvPr>
        </p:nvSpPr>
        <p:spPr>
          <a:xfrm>
            <a:off x="457200" y="4572000"/>
            <a:ext cx="10515600" cy="997786"/>
          </a:xfrm>
          <a:prstGeom prst="rect">
            <a:avLst/>
          </a:prstGeom>
        </p:spPr>
        <p:txBody>
          <a:bodyPr vert="horz" lIns="0" tIns="0" rIns="0" bIns="0" rtlCol="0">
            <a:noAutofit/>
          </a:bodyPr>
          <a:lstStyle/>
          <a:p>
            <a:r>
              <a:rPr lang="en-US" sz="1800">
                <a:solidFill>
                  <a:srgbClr val="63666A"/>
                </a:solidFill>
              </a:rPr>
              <a:t>Subtitle can go here / Presented by Name of Presenter</a:t>
            </a:r>
          </a:p>
          <a:p>
            <a:pPr>
              <a:defRPr/>
            </a:pPr>
            <a:r>
              <a:rPr lang="en-US" sz="1800">
                <a:solidFill>
                  <a:srgbClr val="63666A"/>
                </a:solidFill>
              </a:rPr>
              <a:t>Day / Month / Year</a:t>
            </a:r>
          </a:p>
        </p:txBody>
      </p:sp>
      <p:pic>
        <p:nvPicPr>
          <p:cNvPr id="4" name="Picture 3">
            <a:extLst>
              <a:ext uri="{FF2B5EF4-FFF2-40B4-BE49-F238E27FC236}">
                <a16:creationId xmlns:a16="http://schemas.microsoft.com/office/drawing/2014/main" id="{84D3B646-5B7E-51F9-6625-01157DF4952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817102" y="5766574"/>
            <a:ext cx="2139950" cy="1019024"/>
          </a:xfrm>
          <a:prstGeom prst="rect">
            <a:avLst/>
          </a:prstGeom>
        </p:spPr>
      </p:pic>
    </p:spTree>
    <p:extLst>
      <p:ext uri="{BB962C8B-B14F-4D97-AF65-F5344CB8AC3E}">
        <p14:creationId xmlns:p14="http://schemas.microsoft.com/office/powerpoint/2010/main" val="325837512"/>
      </p:ext>
    </p:extLst>
  </p:cSld>
  <p:clrMap bg1="lt1" tx1="dk1" bg2="lt2" tx2="dk2" accent1="accent1" accent2="accent2" accent3="accent3" accent4="accent4" accent5="accent5" accent6="accent6" hlink="hlink" folHlink="folHlink"/>
  <p:sldLayoutIdLst>
    <p:sldLayoutId id="2147483668" r:id="rId1"/>
    <p:sldLayoutId id="2147483682" r:id="rId2"/>
    <p:sldLayoutId id="2147483677" r:id="rId3"/>
    <p:sldLayoutId id="2147483678" r:id="rId4"/>
    <p:sldLayoutId id="2147483679" r:id="rId5"/>
    <p:sldLayoutId id="2147483680" r:id="rId6"/>
  </p:sldLayoutIdLst>
  <p:hf sldNum="0" hdr="0" dt="0"/>
  <p:txStyles>
    <p:titleStyle>
      <a:lvl1pPr algn="l" defTabSz="914400" rtl="0" eaLnBrk="1" latinLnBrk="0" hangingPunct="1">
        <a:lnSpc>
          <a:spcPct val="90000"/>
        </a:lnSpc>
        <a:spcBef>
          <a:spcPct val="0"/>
        </a:spcBef>
        <a:buNone/>
        <a:defRPr sz="5100" b="1" kern="1200">
          <a:solidFill>
            <a:srgbClr val="1D4F91"/>
          </a:solidFill>
          <a:latin typeface="Arial" panose="020B0604020202020204" pitchFamily="34" charset="0"/>
          <a:ea typeface="+mj-ea"/>
          <a:cs typeface="Arial" panose="020B0604020202020204" pitchFamily="34" charset="0"/>
        </a:defRPr>
      </a:lvl1pPr>
    </p:titleStyle>
    <p:bodyStyle>
      <a:lvl1pPr marL="0" marR="0" indent="0" algn="l" defTabSz="914400" rtl="0" eaLnBrk="1" fontAlgn="auto" latinLnBrk="0" hangingPunct="1">
        <a:lnSpc>
          <a:spcPct val="90000"/>
        </a:lnSpc>
        <a:spcBef>
          <a:spcPts val="1000"/>
        </a:spcBef>
        <a:spcAft>
          <a:spcPts val="0"/>
        </a:spcAft>
        <a:buClrTx/>
        <a:buSzTx/>
        <a:buFontTx/>
        <a:buNone/>
        <a:tabLst/>
        <a:defRPr sz="1800" kern="1200">
          <a:solidFill>
            <a:srgbClr val="63666A"/>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AB9D5A-2F14-0745-A62A-0076E05165BF}"/>
              </a:ext>
            </a:extLst>
          </p:cNvPr>
          <p:cNvSpPr>
            <a:spLocks noGrp="1"/>
          </p:cNvSpPr>
          <p:nvPr>
            <p:ph type="title"/>
          </p:nvPr>
        </p:nvSpPr>
        <p:spPr>
          <a:xfrm>
            <a:off x="457199" y="457201"/>
            <a:ext cx="11275621" cy="742208"/>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9DCF9356-F68B-7940-85A5-10432F39B7A8}"/>
              </a:ext>
            </a:extLst>
          </p:cNvPr>
          <p:cNvSpPr>
            <a:spLocks noGrp="1"/>
          </p:cNvSpPr>
          <p:nvPr>
            <p:ph type="body" idx="1"/>
          </p:nvPr>
        </p:nvSpPr>
        <p:spPr>
          <a:xfrm>
            <a:off x="457200" y="1825625"/>
            <a:ext cx="11274552" cy="4094255"/>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62F361F-B468-7949-B8EB-A6D97D0D1BD8}"/>
              </a:ext>
            </a:extLst>
          </p:cNvPr>
          <p:cNvSpPr>
            <a:spLocks noGrp="1"/>
          </p:cNvSpPr>
          <p:nvPr>
            <p:ph type="ftr" sz="quarter" idx="3"/>
          </p:nvPr>
        </p:nvSpPr>
        <p:spPr>
          <a:xfrm>
            <a:off x="457200" y="6270170"/>
            <a:ext cx="4114800" cy="294907"/>
          </a:xfrm>
          <a:prstGeom prst="rect">
            <a:avLst/>
          </a:prstGeom>
        </p:spPr>
        <p:txBody>
          <a:bodyPr vert="horz" lIns="0" tIns="0" rIns="0" bIns="0" rtlCol="0" anchor="b" anchorCtr="0"/>
          <a:lstStyle>
            <a:lvl1pPr marL="0" indent="0" algn="l">
              <a:tabLst>
                <a:tab pos="446088" algn="l"/>
                <a:tab pos="963613" algn="l"/>
                <a:tab pos="1363663" algn="l"/>
              </a:tabLst>
              <a:defRPr sz="650">
                <a:solidFill>
                  <a:srgbClr val="63666A"/>
                </a:solidFill>
                <a:latin typeface="Arial" panose="020B0604020202020204" pitchFamily="34" charset="0"/>
                <a:cs typeface="Arial" panose="020B0604020202020204" pitchFamily="34" charset="0"/>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pic>
        <p:nvPicPr>
          <p:cNvPr id="4" name="Picture 3">
            <a:extLst>
              <a:ext uri="{FF2B5EF4-FFF2-40B4-BE49-F238E27FC236}">
                <a16:creationId xmlns:a16="http://schemas.microsoft.com/office/drawing/2014/main" id="{1FB0651F-885E-7B15-D1AE-D9287C9C71A6}"/>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817102" y="5766574"/>
            <a:ext cx="2139950" cy="1019024"/>
          </a:xfrm>
          <a:prstGeom prst="rect">
            <a:avLst/>
          </a:prstGeom>
        </p:spPr>
      </p:pic>
    </p:spTree>
    <p:extLst>
      <p:ext uri="{BB962C8B-B14F-4D97-AF65-F5344CB8AC3E}">
        <p14:creationId xmlns:p14="http://schemas.microsoft.com/office/powerpoint/2010/main" val="411786696"/>
      </p:ext>
    </p:extLst>
  </p:cSld>
  <p:clrMap bg1="lt1" tx1="dk1" bg2="lt2" tx2="dk2" accent1="accent1" accent2="accent2" accent3="accent3" accent4="accent4" accent5="accent5" accent6="accent6" hlink="hlink" folHlink="folHlink"/>
  <p:sldLayoutIdLst>
    <p:sldLayoutId id="2147483695" r:id="rId1"/>
    <p:sldLayoutId id="2147483711" r:id="rId2"/>
    <p:sldLayoutId id="2147483712" r:id="rId3"/>
    <p:sldLayoutId id="2147483713" r:id="rId4"/>
    <p:sldLayoutId id="2147483801" r:id="rId5"/>
    <p:sldLayoutId id="2147483714" r:id="rId6"/>
    <p:sldLayoutId id="2147483696" r:id="rId7"/>
    <p:sldLayoutId id="2147483697" r:id="rId8"/>
    <p:sldLayoutId id="2147483802" r:id="rId9"/>
    <p:sldLayoutId id="2147483698" r:id="rId10"/>
    <p:sldLayoutId id="2147483715" r:id="rId11"/>
    <p:sldLayoutId id="2147483716" r:id="rId12"/>
    <p:sldLayoutId id="2147483803" r:id="rId13"/>
    <p:sldLayoutId id="2147483718" r:id="rId14"/>
  </p:sldLayoutIdLst>
  <p:txStyles>
    <p:titleStyle>
      <a:lvl1pPr algn="l" defTabSz="914400" rtl="0" eaLnBrk="1" latinLnBrk="0" hangingPunct="1">
        <a:lnSpc>
          <a:spcPct val="90000"/>
        </a:lnSpc>
        <a:spcBef>
          <a:spcPct val="0"/>
        </a:spcBef>
        <a:buNone/>
        <a:defRPr sz="5100" b="1" kern="1200">
          <a:solidFill>
            <a:srgbClr val="1D4F9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600" kern="1200">
          <a:solidFill>
            <a:srgbClr val="63666A"/>
          </a:solidFill>
          <a:latin typeface="Arial" panose="020B0604020202020204" pitchFamily="34" charset="0"/>
          <a:ea typeface="+mn-ea"/>
          <a:cs typeface="Arial" panose="020B0604020202020204" pitchFamily="34" charset="0"/>
        </a:defRPr>
      </a:lvl1pPr>
      <a:lvl2pPr marL="347472" indent="-173736" algn="l" defTabSz="914400" rtl="0" eaLnBrk="1" latinLnBrk="0" hangingPunct="1">
        <a:lnSpc>
          <a:spcPct val="90000"/>
        </a:lnSpc>
        <a:spcBef>
          <a:spcPts val="500"/>
        </a:spcBef>
        <a:buFont typeface="Arial" panose="020B0604020202020204" pitchFamily="34" charset="0"/>
        <a:buChar char="•"/>
        <a:tabLst/>
        <a:defRPr sz="1600" kern="1200">
          <a:solidFill>
            <a:srgbClr val="63666A"/>
          </a:solidFill>
          <a:latin typeface="Arial" panose="020B0604020202020204" pitchFamily="34" charset="0"/>
          <a:ea typeface="+mn-ea"/>
          <a:cs typeface="Arial" panose="020B0604020202020204" pitchFamily="34" charset="0"/>
        </a:defRPr>
      </a:lvl2pPr>
      <a:lvl3pPr marL="521208" indent="-173736" algn="l" defTabSz="914400" rtl="0" eaLnBrk="1" latinLnBrk="0" hangingPunct="1">
        <a:lnSpc>
          <a:spcPct val="90000"/>
        </a:lnSpc>
        <a:spcBef>
          <a:spcPts val="500"/>
        </a:spcBef>
        <a:buFont typeface="System Font Regular"/>
        <a:buChar char="–"/>
        <a:tabLst/>
        <a:defRPr sz="1600" kern="1200">
          <a:solidFill>
            <a:srgbClr val="63666A"/>
          </a:solidFill>
          <a:latin typeface="Arial" panose="020B0604020202020204" pitchFamily="34" charset="0"/>
          <a:ea typeface="+mn-ea"/>
          <a:cs typeface="Arial" panose="020B0604020202020204" pitchFamily="34" charset="0"/>
        </a:defRPr>
      </a:lvl3pPr>
      <a:lvl4pPr marL="694944" indent="-173736" algn="l" defTabSz="914400" rtl="0" eaLnBrk="1" latinLnBrk="0" hangingPunct="1">
        <a:lnSpc>
          <a:spcPct val="90000"/>
        </a:lnSpc>
        <a:spcBef>
          <a:spcPts val="500"/>
        </a:spcBef>
        <a:buFont typeface="Arial" panose="020B0604020202020204" pitchFamily="34" charset="0"/>
        <a:buChar char="•"/>
        <a:tabLst/>
        <a:defRPr sz="1600" kern="1200">
          <a:solidFill>
            <a:srgbClr val="63666A"/>
          </a:solidFill>
          <a:latin typeface="Arial" panose="020B0604020202020204" pitchFamily="34" charset="0"/>
          <a:ea typeface="+mn-ea"/>
          <a:cs typeface="Arial" panose="020B0604020202020204" pitchFamily="34" charset="0"/>
        </a:defRPr>
      </a:lvl4pPr>
      <a:lvl5pPr marL="868680" indent="-173736" algn="l" defTabSz="914400" rtl="0" eaLnBrk="1" latinLnBrk="0" hangingPunct="1">
        <a:lnSpc>
          <a:spcPct val="90000"/>
        </a:lnSpc>
        <a:spcBef>
          <a:spcPts val="500"/>
        </a:spcBef>
        <a:buFont typeface="System Font Regular"/>
        <a:buChar char="–"/>
        <a:tabLst/>
        <a:defRPr sz="1600" kern="1200">
          <a:solidFill>
            <a:srgbClr val="63666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D75E07-8257-EC44-9571-54D42FDE6E23}"/>
              </a:ext>
            </a:extLst>
          </p:cNvPr>
          <p:cNvSpPr>
            <a:spLocks noGrp="1"/>
          </p:cNvSpPr>
          <p:nvPr>
            <p:ph type="title"/>
          </p:nvPr>
        </p:nvSpPr>
        <p:spPr>
          <a:xfrm>
            <a:off x="457200" y="457201"/>
            <a:ext cx="11274552" cy="5080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D3805011-73CB-414B-94A2-9C5ABBC3F71A}"/>
              </a:ext>
            </a:extLst>
          </p:cNvPr>
          <p:cNvSpPr>
            <a:spLocks noGrp="1"/>
          </p:cNvSpPr>
          <p:nvPr>
            <p:ph type="body" idx="1"/>
          </p:nvPr>
        </p:nvSpPr>
        <p:spPr>
          <a:xfrm>
            <a:off x="457200" y="2011680"/>
            <a:ext cx="11274552" cy="387665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4DCDF88B-23C5-A94A-8B38-573834958563}"/>
              </a:ext>
            </a:extLst>
          </p:cNvPr>
          <p:cNvSpPr>
            <a:spLocks noGrp="1"/>
          </p:cNvSpPr>
          <p:nvPr>
            <p:ph type="ftr" sz="quarter" idx="3"/>
          </p:nvPr>
        </p:nvSpPr>
        <p:spPr>
          <a:xfrm>
            <a:off x="457200" y="6272784"/>
            <a:ext cx="4114800" cy="292608"/>
          </a:xfrm>
          <a:prstGeom prst="rect">
            <a:avLst/>
          </a:prstGeom>
        </p:spPr>
        <p:txBody>
          <a:bodyPr vert="horz" lIns="0" tIns="0" rIns="0" bIns="0" rtlCol="0" anchor="b" anchorCtr="0"/>
          <a:lstStyle>
            <a:lvl1pPr marL="0" indent="0" algn="l">
              <a:tabLst>
                <a:tab pos="444500" algn="l"/>
                <a:tab pos="968375" algn="l"/>
                <a:tab pos="1360488" algn="l"/>
              </a:tabLst>
              <a:defRPr sz="650">
                <a:solidFill>
                  <a:srgbClr val="63666A"/>
                </a:solidFill>
              </a:defRPr>
            </a:lvl1pPr>
          </a:lstStyle>
          <a:p>
            <a:fld id="{7240D81F-A9C9-BE4E-89F2-C5514A3B633B}" type="slidenum">
              <a:rPr lang="en-US" smtClean="0"/>
              <a:pPr/>
              <a:t>‹#›</a:t>
            </a:fld>
            <a:r>
              <a:rPr lang="en-US"/>
              <a:t>	© Experian	</a:t>
            </a:r>
            <a:fld id="{90946941-A803-504E-A5BD-6619F6F5FE25}" type="datetime1">
              <a:rPr lang="en-US" smtClean="0"/>
              <a:pPr/>
              <a:t>5/7/2025</a:t>
            </a:fld>
            <a:r>
              <a:rPr lang="en-US"/>
              <a:t>	Experian Internal</a:t>
            </a:r>
          </a:p>
        </p:txBody>
      </p:sp>
      <p:pic>
        <p:nvPicPr>
          <p:cNvPr id="5" name="Picture 4" descr="Icon&#10;&#10;Description automatically generated with medium confidence">
            <a:extLst>
              <a:ext uri="{FF2B5EF4-FFF2-40B4-BE49-F238E27FC236}">
                <a16:creationId xmlns:a16="http://schemas.microsoft.com/office/drawing/2014/main" id="{47070204-4F61-BBE9-EC9D-6FC5BE5DE923}"/>
              </a:ext>
            </a:extLst>
          </p:cNvPr>
          <p:cNvPicPr>
            <a:picLocks noChangeAspect="1"/>
          </p:cNvPicPr>
          <p:nvPr userDrawn="1"/>
        </p:nvPicPr>
        <p:blipFill>
          <a:blip r:embed="rId47">
            <a:extLst>
              <a:ext uri="{28A0092B-C50C-407E-A947-70E740481C1C}">
                <a14:useLocalDpi xmlns:a14="http://schemas.microsoft.com/office/drawing/2010/main" val="0"/>
              </a:ext>
            </a:extLst>
          </a:blip>
          <a:stretch>
            <a:fillRect/>
          </a:stretch>
        </p:blipFill>
        <p:spPr>
          <a:xfrm>
            <a:off x="11282924" y="5911453"/>
            <a:ext cx="598056" cy="736997"/>
          </a:xfrm>
          <a:prstGeom prst="rect">
            <a:avLst/>
          </a:prstGeom>
        </p:spPr>
      </p:pic>
    </p:spTree>
    <p:extLst>
      <p:ext uri="{BB962C8B-B14F-4D97-AF65-F5344CB8AC3E}">
        <p14:creationId xmlns:p14="http://schemas.microsoft.com/office/powerpoint/2010/main" val="690269395"/>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82" r:id="rId3"/>
    <p:sldLayoutId id="2147483751" r:id="rId4"/>
    <p:sldLayoutId id="2147483783" r:id="rId5"/>
    <p:sldLayoutId id="2147483772" r:id="rId6"/>
    <p:sldLayoutId id="2147483787" r:id="rId7"/>
    <p:sldLayoutId id="2147483758" r:id="rId8"/>
    <p:sldLayoutId id="2147483788" r:id="rId9"/>
    <p:sldLayoutId id="2147483769" r:id="rId10"/>
    <p:sldLayoutId id="2147483789" r:id="rId11"/>
    <p:sldLayoutId id="2147483790" r:id="rId12"/>
    <p:sldLayoutId id="2147483792" r:id="rId13"/>
    <p:sldLayoutId id="2147483791" r:id="rId14"/>
    <p:sldLayoutId id="2147483754" r:id="rId15"/>
    <p:sldLayoutId id="2147483766" r:id="rId16"/>
    <p:sldLayoutId id="2147483767" r:id="rId17"/>
    <p:sldLayoutId id="2147483768" r:id="rId18"/>
    <p:sldLayoutId id="2147483764" r:id="rId19"/>
    <p:sldLayoutId id="2147483765" r:id="rId20"/>
    <p:sldLayoutId id="2147483755" r:id="rId21"/>
    <p:sldLayoutId id="2147483756" r:id="rId22"/>
    <p:sldLayoutId id="2147483757" r:id="rId23"/>
    <p:sldLayoutId id="2147483763" r:id="rId24"/>
    <p:sldLayoutId id="2147483770" r:id="rId25"/>
    <p:sldLayoutId id="2147483771" r:id="rId26"/>
    <p:sldLayoutId id="2147483784" r:id="rId27"/>
    <p:sldLayoutId id="2147483785" r:id="rId28"/>
    <p:sldLayoutId id="2147483786" r:id="rId29"/>
    <p:sldLayoutId id="2147483773" r:id="rId30"/>
    <p:sldLayoutId id="2147483774" r:id="rId31"/>
    <p:sldLayoutId id="2147483775" r:id="rId32"/>
    <p:sldLayoutId id="2147483777" r:id="rId33"/>
    <p:sldLayoutId id="2147483776" r:id="rId34"/>
    <p:sldLayoutId id="2147483778" r:id="rId35"/>
    <p:sldLayoutId id="2147483779" r:id="rId36"/>
    <p:sldLayoutId id="2147483780" r:id="rId37"/>
    <p:sldLayoutId id="2147483781" r:id="rId38"/>
    <p:sldLayoutId id="2147483796" r:id="rId39"/>
    <p:sldLayoutId id="2147483794" r:id="rId40"/>
    <p:sldLayoutId id="2147483795" r:id="rId41"/>
    <p:sldLayoutId id="2147483798" r:id="rId42"/>
    <p:sldLayoutId id="2147483797" r:id="rId43"/>
    <p:sldLayoutId id="2147483799" r:id="rId44"/>
    <p:sldLayoutId id="2147483800" r:id="rId45"/>
  </p:sldLayoutIdLst>
  <p:txStyles>
    <p:titleStyle>
      <a:lvl1pPr algn="l" defTabSz="914400" rtl="0" eaLnBrk="1" latinLnBrk="0" hangingPunct="1">
        <a:lnSpc>
          <a:spcPct val="90000"/>
        </a:lnSpc>
        <a:spcBef>
          <a:spcPct val="0"/>
        </a:spcBef>
        <a:buNone/>
        <a:defRPr sz="3200" b="0" kern="1200">
          <a:solidFill>
            <a:srgbClr val="1D4F91"/>
          </a:solidFill>
          <a:latin typeface="+mj-lt"/>
          <a:ea typeface="+mj-ea"/>
          <a:cs typeface="Arial" panose="020B0604020202020204" pitchFamily="34" charset="0"/>
        </a:defRPr>
      </a:lvl1pPr>
    </p:titleStyle>
    <p:bodyStyle>
      <a:lvl1pPr marL="0" indent="0" algn="l" defTabSz="914400" rtl="0" eaLnBrk="1" latinLnBrk="0" hangingPunct="1">
        <a:lnSpc>
          <a:spcPct val="110000"/>
        </a:lnSpc>
        <a:spcBef>
          <a:spcPts val="1000"/>
        </a:spcBef>
        <a:buFontTx/>
        <a:buNone/>
        <a:defRPr sz="1600" kern="1200">
          <a:solidFill>
            <a:srgbClr val="63666A"/>
          </a:solidFill>
          <a:latin typeface="Arial" panose="020B0604020202020204" pitchFamily="34" charset="0"/>
          <a:ea typeface="+mn-ea"/>
          <a:cs typeface="Arial" panose="020B0604020202020204" pitchFamily="34" charset="0"/>
        </a:defRPr>
      </a:lvl1pPr>
      <a:lvl2pPr marL="346075" indent="-173038" algn="l" defTabSz="914400" rtl="0" eaLnBrk="1" latinLnBrk="0" hangingPunct="1">
        <a:lnSpc>
          <a:spcPct val="110000"/>
        </a:lnSpc>
        <a:spcBef>
          <a:spcPts val="500"/>
        </a:spcBef>
        <a:buFont typeface="Arial" panose="020B0604020202020204" pitchFamily="34" charset="0"/>
        <a:buChar char="•"/>
        <a:tabLst/>
        <a:defRPr sz="1600" b="0" kern="1200">
          <a:solidFill>
            <a:srgbClr val="63666A"/>
          </a:solidFill>
          <a:latin typeface="Arial" panose="020B0604020202020204" pitchFamily="34" charset="0"/>
          <a:ea typeface="+mn-ea"/>
          <a:cs typeface="Arial" panose="020B0604020202020204" pitchFamily="34" charset="0"/>
        </a:defRPr>
      </a:lvl2pPr>
      <a:lvl3pPr marL="520700" indent="-173038" algn="l" defTabSz="914400" rtl="0" eaLnBrk="1" latinLnBrk="0" hangingPunct="1">
        <a:lnSpc>
          <a:spcPct val="110000"/>
        </a:lnSpc>
        <a:spcBef>
          <a:spcPts val="500"/>
        </a:spcBef>
        <a:buFont typeface="System Font Regular"/>
        <a:buChar char="–"/>
        <a:tabLst/>
        <a:defRPr sz="1600" kern="1200">
          <a:solidFill>
            <a:srgbClr val="63666A"/>
          </a:solidFill>
          <a:latin typeface="Arial" panose="020B0604020202020204" pitchFamily="34" charset="0"/>
          <a:ea typeface="+mn-ea"/>
          <a:cs typeface="Arial" panose="020B0604020202020204" pitchFamily="34" charset="0"/>
        </a:defRPr>
      </a:lvl3pPr>
      <a:lvl4pPr marL="694944" indent="-169863" algn="l" defTabSz="914400" rtl="0" eaLnBrk="1" latinLnBrk="0" hangingPunct="1">
        <a:lnSpc>
          <a:spcPct val="110000"/>
        </a:lnSpc>
        <a:spcBef>
          <a:spcPts val="500"/>
        </a:spcBef>
        <a:buFont typeface="Arial" panose="020B0604020202020204" pitchFamily="34" charset="0"/>
        <a:buChar char="•"/>
        <a:tabLst/>
        <a:defRPr sz="1600" kern="1200">
          <a:solidFill>
            <a:srgbClr val="63666A"/>
          </a:solidFill>
          <a:latin typeface="Arial" panose="020B0604020202020204" pitchFamily="34" charset="0"/>
          <a:ea typeface="+mn-ea"/>
          <a:cs typeface="Arial" panose="020B0604020202020204" pitchFamily="34" charset="0"/>
        </a:defRPr>
      </a:lvl4pPr>
      <a:lvl5pPr marL="868363" indent="-173038" algn="l" defTabSz="914400" rtl="0" eaLnBrk="1" latinLnBrk="0" hangingPunct="1">
        <a:lnSpc>
          <a:spcPct val="110000"/>
        </a:lnSpc>
        <a:spcBef>
          <a:spcPts val="500"/>
        </a:spcBef>
        <a:buFont typeface="System Font Regular"/>
        <a:buChar char="–"/>
        <a:tabLst/>
        <a:defRPr sz="1600" kern="1200">
          <a:solidFill>
            <a:srgbClr val="63666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AD2FDFF-86F8-724D-94FA-E50685248A9E}"/>
              </a:ext>
            </a:extLst>
          </p:cNvPr>
          <p:cNvSpPr>
            <a:spLocks noGrp="1"/>
          </p:cNvSpPr>
          <p:nvPr>
            <p:ph type="ftr" sz="quarter" idx="3"/>
          </p:nvPr>
        </p:nvSpPr>
        <p:spPr>
          <a:xfrm>
            <a:off x="3275076" y="6117336"/>
            <a:ext cx="5641848" cy="448056"/>
          </a:xfrm>
          <a:prstGeom prst="rect">
            <a:avLst/>
          </a:prstGeom>
        </p:spPr>
        <p:txBody>
          <a:bodyPr vert="horz" lIns="0" tIns="0" rIns="0" bIns="0" rtlCol="0" anchor="b" anchorCtr="0"/>
          <a:lstStyle>
            <a:lvl1pPr marL="0" marR="0" indent="0" algn="ctr" defTabSz="914400" rtl="0" eaLnBrk="1" fontAlgn="auto" latinLnBrk="0" hangingPunct="1">
              <a:lnSpc>
                <a:spcPct val="100000"/>
              </a:lnSpc>
              <a:spcBef>
                <a:spcPts val="0"/>
              </a:spcBef>
              <a:spcAft>
                <a:spcPts val="0"/>
              </a:spcAft>
              <a:buClrTx/>
              <a:buSzTx/>
              <a:buFontTx/>
              <a:buNone/>
              <a:tabLst/>
              <a:defRPr sz="1200">
                <a:solidFill>
                  <a:schemeClr val="bg1"/>
                </a:solidFill>
              </a:defRPr>
            </a:lvl1pPr>
          </a:lstStyle>
          <a:p>
            <a:r>
              <a:rPr lang="en-US" sz="650" dirty="0">
                <a:latin typeface="Arial" panose="020B0604020202020204" pitchFamily="34" charset="0"/>
                <a:cs typeface="Arial" panose="020B0604020202020204" pitchFamily="34" charset="0"/>
              </a:rPr>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sz="650" b="1" dirty="0">
                <a:latin typeface="Arial" panose="020B0604020202020204" pitchFamily="34" charset="0"/>
                <a:cs typeface="Arial" panose="020B0604020202020204" pitchFamily="34" charset="0"/>
              </a:rPr>
              <a:t>Experian [Public. Confidential. Internal. Restricted. – please choose the appropriate category].</a:t>
            </a:r>
            <a:endParaRPr lang="en-US" dirty="0"/>
          </a:p>
        </p:txBody>
      </p:sp>
    </p:spTree>
    <p:extLst>
      <p:ext uri="{BB962C8B-B14F-4D97-AF65-F5344CB8AC3E}">
        <p14:creationId xmlns:p14="http://schemas.microsoft.com/office/powerpoint/2010/main" val="2223345863"/>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804" r:id="rId3"/>
    <p:sldLayoutId id="2147483733" r:id="rId4"/>
    <p:sldLayoutId id="2147483734" r:id="rId5"/>
    <p:sldLayoutId id="2147483735" r:id="rId6"/>
    <p:sldLayoutId id="2147483805" r:id="rId7"/>
    <p:sldLayoutId id="214748373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C351F6-2EE4-5D4F-814D-8143730545F2}"/>
              </a:ext>
            </a:extLst>
          </p:cNvPr>
          <p:cNvSpPr>
            <a:spLocks noGrp="1"/>
          </p:cNvSpPr>
          <p:nvPr>
            <p:ph type="ftr" sz="quarter" idx="10"/>
          </p:nvPr>
        </p:nvSpPr>
        <p:spPr/>
        <p:txBody>
          <a:bodyPr/>
          <a:lstStyle/>
          <a:p>
            <a:r>
              <a:rPr lang="en-US" dirty="0"/>
              <a:t>©2021 Experian Information Solutions, Inc. All rights reserved. Experian and the Experian marks used herein are trademarks or registered trademarks of Experian Information Solutions, Inc. Other product and company names mentioned herein are the trademarks of their respective owners. No part of this copyrighted work may be reproduced, modified, or distributed in any form or manner without the prior written permission of Experian. </a:t>
            </a:r>
          </a:p>
          <a:p>
            <a:r>
              <a:rPr lang="en-US" b="1" dirty="0"/>
              <a:t>Experian [Public. Confidential. Internal. Restricted. – please choose the appropriate category].</a:t>
            </a:r>
            <a:endParaRPr lang="en-US" dirty="0"/>
          </a:p>
        </p:txBody>
      </p:sp>
      <p:sp>
        <p:nvSpPr>
          <p:cNvPr id="3" name="Title 2">
            <a:extLst>
              <a:ext uri="{FF2B5EF4-FFF2-40B4-BE49-F238E27FC236}">
                <a16:creationId xmlns:a16="http://schemas.microsoft.com/office/drawing/2014/main" id="{AA6B67CE-3014-9B43-A3F6-4DEE0CAF0411}"/>
              </a:ext>
            </a:extLst>
          </p:cNvPr>
          <p:cNvSpPr>
            <a:spLocks noGrp="1"/>
          </p:cNvSpPr>
          <p:nvPr>
            <p:ph type="title"/>
          </p:nvPr>
        </p:nvSpPr>
        <p:spPr/>
        <p:txBody>
          <a:bodyPr/>
          <a:lstStyle/>
          <a:p>
            <a:r>
              <a:rPr lang="en-US" b="1" dirty="0"/>
              <a:t>Professional Development Plan</a:t>
            </a:r>
          </a:p>
        </p:txBody>
      </p:sp>
      <p:sp>
        <p:nvSpPr>
          <p:cNvPr id="4" name="Text Placeholder 3">
            <a:extLst>
              <a:ext uri="{FF2B5EF4-FFF2-40B4-BE49-F238E27FC236}">
                <a16:creationId xmlns:a16="http://schemas.microsoft.com/office/drawing/2014/main" id="{9BBFFC9E-C778-304F-B0FF-C8A0A0E9B71A}"/>
              </a:ext>
            </a:extLst>
          </p:cNvPr>
          <p:cNvSpPr>
            <a:spLocks noGrp="1"/>
          </p:cNvSpPr>
          <p:nvPr>
            <p:ph type="body" sz="quarter" idx="11"/>
          </p:nvPr>
        </p:nvSpPr>
        <p:spPr/>
        <p:txBody>
          <a:bodyPr/>
          <a:lstStyle/>
          <a:p>
            <a:r>
              <a:rPr lang="en-US" dirty="0"/>
              <a:t>Kallu Srujan Reddy</a:t>
            </a:r>
          </a:p>
        </p:txBody>
      </p:sp>
    </p:spTree>
    <p:extLst>
      <p:ext uri="{BB962C8B-B14F-4D97-AF65-F5344CB8AC3E}">
        <p14:creationId xmlns:p14="http://schemas.microsoft.com/office/powerpoint/2010/main" val="2638412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520AE0-B6AD-B57A-D547-AEA91A059ED3}"/>
              </a:ext>
            </a:extLst>
          </p:cNvPr>
          <p:cNvSpPr>
            <a:spLocks noGrp="1"/>
          </p:cNvSpPr>
          <p:nvPr>
            <p:ph type="body" sz="quarter" idx="26"/>
          </p:nvPr>
        </p:nvSpPr>
        <p:spPr>
          <a:xfrm>
            <a:off x="457199" y="2011681"/>
            <a:ext cx="5264151" cy="3531870"/>
          </a:xfrm>
        </p:spPr>
        <p:txBody>
          <a:bodyPr>
            <a:normAutofit fontScale="85000" lnSpcReduction="10000"/>
          </a:bodyPr>
          <a:lstStyle/>
          <a:p>
            <a:pPr>
              <a:lnSpc>
                <a:spcPct val="150000"/>
              </a:lnSpc>
            </a:pPr>
            <a:endParaRPr lang="en-US"/>
          </a:p>
          <a:p>
            <a:pPr>
              <a:lnSpc>
                <a:spcPct val="170000"/>
              </a:lnSpc>
            </a:pPr>
            <a:r>
              <a:rPr lang="en-US"/>
              <a:t>I currently possess extensive expertise in AWS cloud technologies and PySpark, forming a strong foundation for both current and future initiatives. My AWS skillset encompasses EC2, S3, Lambda, CloudFormation, and other core services that enable me to architect robust cloud solutions. With PySpark, I've developed efficient data processing pipelines that handle large-scale datasets while optimizing performance. This technical knowledge enables me to contribute effectively to our team's objectives while continuously expanding my skills in emerging AI technologies.</a:t>
            </a:r>
            <a:endParaRPr lang="en-US" dirty="0"/>
          </a:p>
        </p:txBody>
      </p:sp>
      <p:sp>
        <p:nvSpPr>
          <p:cNvPr id="4" name="Title 3">
            <a:extLst>
              <a:ext uri="{FF2B5EF4-FFF2-40B4-BE49-F238E27FC236}">
                <a16:creationId xmlns:a16="http://schemas.microsoft.com/office/drawing/2014/main" id="{56232F9C-4670-A7C1-2F31-D0C9C5BE594C}"/>
              </a:ext>
            </a:extLst>
          </p:cNvPr>
          <p:cNvSpPr>
            <a:spLocks noGrp="1"/>
          </p:cNvSpPr>
          <p:nvPr>
            <p:ph type="title"/>
          </p:nvPr>
        </p:nvSpPr>
        <p:spPr/>
        <p:txBody>
          <a:bodyPr/>
          <a:lstStyle/>
          <a:p>
            <a:r>
              <a:rPr lang="en-US"/>
              <a:t>Current Position &amp; Strengths</a:t>
            </a:r>
            <a:endParaRPr lang="en-US" dirty="0"/>
          </a:p>
        </p:txBody>
      </p:sp>
      <p:sp>
        <p:nvSpPr>
          <p:cNvPr id="5" name="Text Placeholder 4">
            <a:extLst>
              <a:ext uri="{FF2B5EF4-FFF2-40B4-BE49-F238E27FC236}">
                <a16:creationId xmlns:a16="http://schemas.microsoft.com/office/drawing/2014/main" id="{A0A3FE5D-0796-D8CF-5D48-157F45623E0C}"/>
              </a:ext>
            </a:extLst>
          </p:cNvPr>
          <p:cNvSpPr>
            <a:spLocks noGrp="1"/>
          </p:cNvSpPr>
          <p:nvPr>
            <p:ph type="body" sz="quarter" idx="24"/>
          </p:nvPr>
        </p:nvSpPr>
        <p:spPr/>
        <p:txBody>
          <a:bodyPr/>
          <a:lstStyle/>
          <a:p>
            <a:r>
              <a:rPr lang="en-US"/>
              <a:t>My Technical Foundation</a:t>
            </a:r>
            <a:endParaRPr lang="en-US" dirty="0"/>
          </a:p>
        </p:txBody>
      </p:sp>
      <p:sp>
        <p:nvSpPr>
          <p:cNvPr id="7" name="TextBox 6">
            <a:extLst>
              <a:ext uri="{FF2B5EF4-FFF2-40B4-BE49-F238E27FC236}">
                <a16:creationId xmlns:a16="http://schemas.microsoft.com/office/drawing/2014/main" id="{E67D8B1B-4126-CEDB-66C8-DA7425D32092}"/>
              </a:ext>
            </a:extLst>
          </p:cNvPr>
          <p:cNvSpPr txBox="1"/>
          <p:nvPr/>
        </p:nvSpPr>
        <p:spPr>
          <a:xfrm>
            <a:off x="6197600" y="719327"/>
            <a:ext cx="4603750" cy="5539978"/>
          </a:xfrm>
          <a:prstGeom prst="rect">
            <a:avLst/>
          </a:prstGeom>
          <a:noFill/>
        </p:spPr>
        <p:txBody>
          <a:bodyPr wrap="square" rtlCol="0">
            <a:spAutoFit/>
          </a:bodyPr>
          <a:lstStyle/>
          <a:p>
            <a:pPr>
              <a:lnSpc>
                <a:spcPct val="200000"/>
              </a:lnSpc>
              <a:buNone/>
            </a:pPr>
            <a:r>
              <a:rPr lang="en-US" sz="1400" b="1" dirty="0">
                <a:solidFill>
                  <a:schemeClr val="bg2"/>
                </a:solidFill>
              </a:rPr>
              <a:t>Balanced Contribution Approach:</a:t>
            </a:r>
          </a:p>
          <a:p>
            <a:pPr>
              <a:lnSpc>
                <a:spcPct val="200000"/>
              </a:lnSpc>
              <a:buNone/>
            </a:pPr>
            <a:endParaRPr lang="en-US" sz="1400" dirty="0"/>
          </a:p>
          <a:p>
            <a:pPr marL="285750" indent="-285750">
              <a:lnSpc>
                <a:spcPct val="200000"/>
              </a:lnSpc>
              <a:buFont typeface="Wingdings" panose="05000000000000000000" pitchFamily="2" charset="2"/>
              <a:buChar char="Ø"/>
            </a:pPr>
            <a:r>
              <a:rPr lang="en-US" sz="1400" dirty="0"/>
              <a:t>Active involvement balancing innovation (40%) and core business goals (60%)</a:t>
            </a:r>
          </a:p>
          <a:p>
            <a:pPr marL="285750" indent="-285750">
              <a:lnSpc>
                <a:spcPct val="200000"/>
              </a:lnSpc>
              <a:buFont typeface="Wingdings" panose="05000000000000000000" pitchFamily="2" charset="2"/>
              <a:buChar char="Ø"/>
            </a:pPr>
            <a:r>
              <a:rPr lang="en-US" sz="1400" dirty="0"/>
              <a:t>Strategic time allocation between key priorities using agile methodologies</a:t>
            </a:r>
          </a:p>
          <a:p>
            <a:pPr marL="285750" indent="-285750">
              <a:lnSpc>
                <a:spcPct val="200000"/>
              </a:lnSpc>
              <a:buFont typeface="Wingdings" panose="05000000000000000000" pitchFamily="2" charset="2"/>
              <a:buChar char="Ø"/>
            </a:pPr>
            <a:r>
              <a:rPr lang="en-US" sz="1400" dirty="0"/>
              <a:t>Commitment to delivering high-quality technical solutions with measurable impact</a:t>
            </a:r>
          </a:p>
          <a:p>
            <a:pPr marL="285750" indent="-285750">
              <a:lnSpc>
                <a:spcPct val="200000"/>
              </a:lnSpc>
              <a:buFont typeface="Wingdings" panose="05000000000000000000" pitchFamily="2" charset="2"/>
              <a:buChar char="Ø"/>
            </a:pPr>
            <a:r>
              <a:rPr lang="en-US" sz="1400" dirty="0"/>
              <a:t>Regular participation in knowledge-sharing sessions to elevate team capabilities</a:t>
            </a:r>
          </a:p>
          <a:p>
            <a:pPr marL="285750" indent="-285750">
              <a:lnSpc>
                <a:spcPct val="200000"/>
              </a:lnSpc>
              <a:buFont typeface="Wingdings" panose="05000000000000000000" pitchFamily="2" charset="2"/>
              <a:buChar char="Ø"/>
            </a:pPr>
            <a:r>
              <a:rPr lang="en-US" sz="1400" dirty="0"/>
              <a:t>Proactive identification of automation opportunities to improve efficiency</a:t>
            </a:r>
          </a:p>
          <a:p>
            <a:endParaRPr lang="en-US" dirty="0"/>
          </a:p>
        </p:txBody>
      </p:sp>
    </p:spTree>
    <p:extLst>
      <p:ext uri="{BB962C8B-B14F-4D97-AF65-F5344CB8AC3E}">
        <p14:creationId xmlns:p14="http://schemas.microsoft.com/office/powerpoint/2010/main" val="2273688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80A847-925C-6EFD-59F2-A2E64344686A}"/>
              </a:ext>
            </a:extLst>
          </p:cNvPr>
          <p:cNvSpPr>
            <a:spLocks noGrp="1"/>
          </p:cNvSpPr>
          <p:nvPr>
            <p:ph type="body" sz="quarter" idx="26"/>
          </p:nvPr>
        </p:nvSpPr>
        <p:spPr>
          <a:xfrm>
            <a:off x="546099" y="1164789"/>
            <a:ext cx="6496051" cy="3649755"/>
          </a:xfrm>
        </p:spPr>
        <p:txBody>
          <a:bodyPr/>
          <a:lstStyle/>
          <a:p>
            <a:pPr>
              <a:lnSpc>
                <a:spcPct val="200000"/>
              </a:lnSpc>
            </a:pPr>
            <a:endParaRPr lang="en-US" dirty="0"/>
          </a:p>
          <a:p>
            <a:pPr>
              <a:lnSpc>
                <a:spcPct val="150000"/>
              </a:lnSpc>
            </a:pPr>
            <a:r>
              <a:rPr lang="en-US" sz="1400" dirty="0"/>
              <a:t>As the Match cloud migration initiative launches this month, I'm positioned to play a significant role in this critical project. By leveraging my comprehensive AWS expertise, I aim to tackle complex technical challenges while ensuring best practices are followed throughout the migration process. The migration represents a strategic opportunity to modernize our infrastructure while maintaining business continuity and improving our technical capabilities.</a:t>
            </a:r>
          </a:p>
        </p:txBody>
      </p:sp>
      <p:sp>
        <p:nvSpPr>
          <p:cNvPr id="4" name="Title 3">
            <a:extLst>
              <a:ext uri="{FF2B5EF4-FFF2-40B4-BE49-F238E27FC236}">
                <a16:creationId xmlns:a16="http://schemas.microsoft.com/office/drawing/2014/main" id="{F30B13FC-C16B-91E2-CEAC-C1A5525076D9}"/>
              </a:ext>
            </a:extLst>
          </p:cNvPr>
          <p:cNvSpPr>
            <a:spLocks noGrp="1"/>
          </p:cNvSpPr>
          <p:nvPr>
            <p:ph type="title"/>
          </p:nvPr>
        </p:nvSpPr>
        <p:spPr/>
        <p:txBody>
          <a:bodyPr/>
          <a:lstStyle/>
          <a:p>
            <a:r>
              <a:rPr lang="en-US" dirty="0"/>
              <a:t>Core Goals - Cloud Migration Focus</a:t>
            </a:r>
          </a:p>
        </p:txBody>
      </p:sp>
      <p:sp>
        <p:nvSpPr>
          <p:cNvPr id="7" name="TextBox 6">
            <a:extLst>
              <a:ext uri="{FF2B5EF4-FFF2-40B4-BE49-F238E27FC236}">
                <a16:creationId xmlns:a16="http://schemas.microsoft.com/office/drawing/2014/main" id="{E4EB7A58-1C74-A9DC-3A0C-575E9E4122AF}"/>
              </a:ext>
            </a:extLst>
          </p:cNvPr>
          <p:cNvSpPr txBox="1"/>
          <p:nvPr/>
        </p:nvSpPr>
        <p:spPr>
          <a:xfrm>
            <a:off x="8077200" y="1202889"/>
            <a:ext cx="3498850" cy="369332"/>
          </a:xfrm>
          <a:prstGeom prst="rect">
            <a:avLst/>
          </a:prstGeom>
          <a:noFill/>
        </p:spPr>
        <p:txBody>
          <a:bodyPr wrap="square">
            <a:spAutoFit/>
          </a:bodyPr>
          <a:lstStyle/>
          <a:p>
            <a:endParaRPr lang="en-US" dirty="0"/>
          </a:p>
        </p:txBody>
      </p:sp>
      <p:sp>
        <p:nvSpPr>
          <p:cNvPr id="8" name="TextBox 7">
            <a:extLst>
              <a:ext uri="{FF2B5EF4-FFF2-40B4-BE49-F238E27FC236}">
                <a16:creationId xmlns:a16="http://schemas.microsoft.com/office/drawing/2014/main" id="{E2248AE2-5545-0476-7729-87B84B2BDC12}"/>
              </a:ext>
            </a:extLst>
          </p:cNvPr>
          <p:cNvSpPr txBox="1"/>
          <p:nvPr/>
        </p:nvSpPr>
        <p:spPr>
          <a:xfrm>
            <a:off x="7251700" y="457200"/>
            <a:ext cx="3911600" cy="6294031"/>
          </a:xfrm>
          <a:prstGeom prst="rect">
            <a:avLst/>
          </a:prstGeom>
          <a:noFill/>
        </p:spPr>
        <p:txBody>
          <a:bodyPr wrap="square" rtlCol="0">
            <a:spAutoFit/>
          </a:bodyPr>
          <a:lstStyle/>
          <a:p>
            <a:pPr>
              <a:buNone/>
            </a:pPr>
            <a:r>
              <a:rPr lang="en-US" sz="1400" b="1" dirty="0">
                <a:solidFill>
                  <a:schemeClr val="bg2"/>
                </a:solidFill>
              </a:rPr>
              <a:t>Key Contributions to Cloud Migration:</a:t>
            </a:r>
            <a:br>
              <a:rPr lang="en-US" sz="1400" b="1" dirty="0">
                <a:solidFill>
                  <a:schemeClr val="bg2"/>
                </a:solidFill>
              </a:rPr>
            </a:br>
            <a:endParaRPr lang="en-US" sz="1400" dirty="0">
              <a:solidFill>
                <a:schemeClr val="bg2"/>
              </a:solidFill>
            </a:endParaRPr>
          </a:p>
          <a:p>
            <a:pPr marL="285750" indent="-285750">
              <a:lnSpc>
                <a:spcPct val="150000"/>
              </a:lnSpc>
              <a:buFont typeface="Wingdings" panose="05000000000000000000" pitchFamily="2" charset="2"/>
              <a:buChar char="Ø"/>
            </a:pPr>
            <a:r>
              <a:rPr lang="en-US" sz="1400" dirty="0"/>
              <a:t>Leveraging existing AWS skills to accelerate the migration timeline through parallel workstreams</a:t>
            </a:r>
          </a:p>
          <a:p>
            <a:pPr marL="285750" indent="-285750">
              <a:lnSpc>
                <a:spcPct val="150000"/>
              </a:lnSpc>
              <a:buFont typeface="Wingdings" panose="05000000000000000000" pitchFamily="2" charset="2"/>
              <a:buChar char="Ø"/>
            </a:pPr>
            <a:r>
              <a:rPr lang="en-US" sz="1400" dirty="0"/>
              <a:t>Creating detailed migration runbooks with contingency plans for critical systems</a:t>
            </a:r>
          </a:p>
          <a:p>
            <a:pPr marL="285750" indent="-285750">
              <a:lnSpc>
                <a:spcPct val="150000"/>
              </a:lnSpc>
              <a:buFont typeface="Wingdings" panose="05000000000000000000" pitchFamily="2" charset="2"/>
              <a:buChar char="Ø"/>
            </a:pPr>
            <a:r>
              <a:rPr lang="en-US" sz="1400" dirty="0"/>
              <a:t>Proactively identifying and addressing potential technical challenges through pre-migration assessments</a:t>
            </a:r>
          </a:p>
          <a:p>
            <a:pPr marL="285750" indent="-285750">
              <a:lnSpc>
                <a:spcPct val="150000"/>
              </a:lnSpc>
              <a:buFont typeface="Wingdings" panose="05000000000000000000" pitchFamily="2" charset="2"/>
              <a:buChar char="Ø"/>
            </a:pPr>
            <a:r>
              <a:rPr lang="en-US" sz="1400" dirty="0"/>
              <a:t>Implementing cloud-native optimizations including auto-scaling, load balancing, and serverless architectures</a:t>
            </a:r>
          </a:p>
          <a:p>
            <a:pPr marL="285750" indent="-285750">
              <a:lnSpc>
                <a:spcPct val="150000"/>
              </a:lnSpc>
              <a:buFont typeface="Wingdings" panose="05000000000000000000" pitchFamily="2" charset="2"/>
              <a:buChar char="Ø"/>
            </a:pPr>
            <a:r>
              <a:rPr lang="en-US" sz="1400" dirty="0"/>
              <a:t>Establishing monitoring and alerting frameworks to ensure post-migration stability</a:t>
            </a:r>
          </a:p>
          <a:p>
            <a:pPr marL="285750" indent="-285750">
              <a:lnSpc>
                <a:spcPct val="150000"/>
              </a:lnSpc>
              <a:buFont typeface="Wingdings" panose="05000000000000000000" pitchFamily="2" charset="2"/>
              <a:buChar char="Ø"/>
            </a:pPr>
            <a:r>
              <a:rPr lang="en-US" sz="1400" dirty="0"/>
              <a:t>Conducting knowledge transfer sessions with team members to build organizational cloud expertise</a:t>
            </a:r>
          </a:p>
          <a:p>
            <a:endParaRPr lang="en-US" dirty="0"/>
          </a:p>
        </p:txBody>
      </p:sp>
      <p:sp>
        <p:nvSpPr>
          <p:cNvPr id="10" name="TextBox 9">
            <a:extLst>
              <a:ext uri="{FF2B5EF4-FFF2-40B4-BE49-F238E27FC236}">
                <a16:creationId xmlns:a16="http://schemas.microsoft.com/office/drawing/2014/main" id="{E5DDA241-C594-E810-DFB2-9F611FDA98EF}"/>
              </a:ext>
            </a:extLst>
          </p:cNvPr>
          <p:cNvSpPr txBox="1"/>
          <p:nvPr/>
        </p:nvSpPr>
        <p:spPr>
          <a:xfrm>
            <a:off x="457200" y="4140538"/>
            <a:ext cx="6096000" cy="1991379"/>
          </a:xfrm>
          <a:prstGeom prst="rect">
            <a:avLst/>
          </a:prstGeom>
          <a:noFill/>
        </p:spPr>
        <p:txBody>
          <a:bodyPr wrap="square">
            <a:spAutoFit/>
          </a:bodyPr>
          <a:lstStyle/>
          <a:p>
            <a:pPr>
              <a:lnSpc>
                <a:spcPct val="150000"/>
              </a:lnSpc>
            </a:pPr>
            <a:r>
              <a:rPr lang="en-US" sz="1400" b="1" dirty="0">
                <a:solidFill>
                  <a:schemeClr val="bg2"/>
                </a:solidFill>
              </a:rPr>
              <a:t>Expected Outcomes:</a:t>
            </a:r>
          </a:p>
          <a:p>
            <a:pPr>
              <a:lnSpc>
                <a:spcPct val="150000"/>
              </a:lnSpc>
            </a:pPr>
            <a:r>
              <a:rPr lang="en-US" sz="1400" dirty="0">
                <a:solidFill>
                  <a:schemeClr val="bg2"/>
                </a:solidFill>
              </a:rPr>
              <a:t> </a:t>
            </a:r>
            <a:r>
              <a:rPr lang="en-US" sz="1400" dirty="0"/>
              <a:t>Improved system reliability with 93.9% uptime SLAs, enhanced scalability to handle 3x current peak loads, and optimized operational costs through strategic cloud architecture decisions resulting in 15-20% reduction in infrastructure expenses. Additionally, the migration will position us to leverage advanced AWS services for future innovation initiatives.</a:t>
            </a:r>
          </a:p>
        </p:txBody>
      </p:sp>
    </p:spTree>
    <p:extLst>
      <p:ext uri="{BB962C8B-B14F-4D97-AF65-F5344CB8AC3E}">
        <p14:creationId xmlns:p14="http://schemas.microsoft.com/office/powerpoint/2010/main" val="2610910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6D862C-11DA-806F-C39D-6B2D2EF1A8EF}"/>
              </a:ext>
            </a:extLst>
          </p:cNvPr>
          <p:cNvSpPr>
            <a:spLocks noGrp="1"/>
          </p:cNvSpPr>
          <p:nvPr>
            <p:ph type="body" sz="quarter" idx="26"/>
          </p:nvPr>
        </p:nvSpPr>
        <p:spPr>
          <a:xfrm>
            <a:off x="412749" y="1754377"/>
            <a:ext cx="6527801" cy="3649755"/>
          </a:xfrm>
        </p:spPr>
        <p:txBody>
          <a:bodyPr>
            <a:normAutofit/>
          </a:bodyPr>
          <a:lstStyle/>
          <a:p>
            <a:pPr>
              <a:lnSpc>
                <a:spcPct val="150000"/>
              </a:lnSpc>
            </a:pPr>
            <a:r>
              <a:rPr lang="en-US" sz="1400" dirty="0"/>
              <a:t>The world is rapidly embracing agentic AI, and I intend to position Experian at the forefront of this technological revolution. I envision developing productivity-enhancing AI agents that automate routine tasks, such as calendar prioritization based on SCRUM board status, freeing team members to focus on higher-value activities. These agents would utilize natural language processing, reinforcement learning, and custom algorithms to understand context, make decisions, and execute tasks with minimal human intervention.</a:t>
            </a:r>
          </a:p>
        </p:txBody>
      </p:sp>
      <p:sp>
        <p:nvSpPr>
          <p:cNvPr id="4" name="Title 3">
            <a:extLst>
              <a:ext uri="{FF2B5EF4-FFF2-40B4-BE49-F238E27FC236}">
                <a16:creationId xmlns:a16="http://schemas.microsoft.com/office/drawing/2014/main" id="{13067702-C2E8-F99A-AF62-CC132B38C3E4}"/>
              </a:ext>
            </a:extLst>
          </p:cNvPr>
          <p:cNvSpPr>
            <a:spLocks noGrp="1"/>
          </p:cNvSpPr>
          <p:nvPr>
            <p:ph type="title"/>
          </p:nvPr>
        </p:nvSpPr>
        <p:spPr/>
        <p:txBody>
          <a:bodyPr/>
          <a:lstStyle/>
          <a:p>
            <a:r>
              <a:rPr lang="en-US" dirty="0"/>
              <a:t>Innovation Goals - AI Integration</a:t>
            </a:r>
          </a:p>
        </p:txBody>
      </p:sp>
      <p:sp>
        <p:nvSpPr>
          <p:cNvPr id="5" name="Text Placeholder 4">
            <a:extLst>
              <a:ext uri="{FF2B5EF4-FFF2-40B4-BE49-F238E27FC236}">
                <a16:creationId xmlns:a16="http://schemas.microsoft.com/office/drawing/2014/main" id="{3E60A3A4-926E-32A5-BF80-D06A27A34D81}"/>
              </a:ext>
            </a:extLst>
          </p:cNvPr>
          <p:cNvSpPr>
            <a:spLocks noGrp="1"/>
          </p:cNvSpPr>
          <p:nvPr>
            <p:ph type="body" sz="quarter" idx="24"/>
          </p:nvPr>
        </p:nvSpPr>
        <p:spPr/>
        <p:txBody>
          <a:bodyPr/>
          <a:lstStyle/>
          <a:p>
            <a:r>
              <a:rPr lang="en-US" b="1" dirty="0"/>
              <a:t>Agentic AI Vision</a:t>
            </a:r>
            <a:r>
              <a:rPr lang="en-US" dirty="0"/>
              <a:t> </a:t>
            </a:r>
          </a:p>
        </p:txBody>
      </p:sp>
      <p:sp>
        <p:nvSpPr>
          <p:cNvPr id="6" name="TextBox 5">
            <a:extLst>
              <a:ext uri="{FF2B5EF4-FFF2-40B4-BE49-F238E27FC236}">
                <a16:creationId xmlns:a16="http://schemas.microsoft.com/office/drawing/2014/main" id="{9A6C86A4-C107-93B7-34E0-89F15AE7F794}"/>
              </a:ext>
            </a:extLst>
          </p:cNvPr>
          <p:cNvSpPr txBox="1"/>
          <p:nvPr/>
        </p:nvSpPr>
        <p:spPr>
          <a:xfrm>
            <a:off x="7153451" y="596900"/>
            <a:ext cx="4603750" cy="3877985"/>
          </a:xfrm>
          <a:prstGeom prst="rect">
            <a:avLst/>
          </a:prstGeom>
          <a:noFill/>
        </p:spPr>
        <p:txBody>
          <a:bodyPr wrap="square" rtlCol="0">
            <a:spAutoFit/>
          </a:bodyPr>
          <a:lstStyle/>
          <a:p>
            <a:pPr>
              <a:buNone/>
            </a:pPr>
            <a:r>
              <a:rPr lang="en-US" sz="1400" b="1" dirty="0">
                <a:solidFill>
                  <a:schemeClr val="bg2"/>
                </a:solidFill>
              </a:rPr>
              <a:t>Proposed Agentic AI Applications:</a:t>
            </a:r>
            <a:endParaRPr lang="en-US" sz="1400" dirty="0">
              <a:solidFill>
                <a:schemeClr val="bg2"/>
              </a:solidFill>
            </a:endParaRPr>
          </a:p>
          <a:p>
            <a:pPr marL="285750" indent="-285750">
              <a:lnSpc>
                <a:spcPct val="150000"/>
              </a:lnSpc>
              <a:buFont typeface="Wingdings" panose="05000000000000000000" pitchFamily="2" charset="2"/>
              <a:buChar char="Ø"/>
            </a:pPr>
            <a:r>
              <a:rPr lang="en-US" sz="1400" dirty="0"/>
              <a:t>Smart Meeting Assistant: AI agent that schedules meetings based on SCRUM priorities and team availability</a:t>
            </a:r>
          </a:p>
          <a:p>
            <a:pPr marL="285750" indent="-285750">
              <a:lnSpc>
                <a:spcPct val="150000"/>
              </a:lnSpc>
              <a:buFont typeface="Wingdings" panose="05000000000000000000" pitchFamily="2" charset="2"/>
              <a:buChar char="Ø"/>
            </a:pPr>
            <a:r>
              <a:rPr lang="en-US" sz="1400" dirty="0"/>
              <a:t>Code Review Agent: Automated first-pass code review to identify common issues before human review</a:t>
            </a:r>
          </a:p>
          <a:p>
            <a:pPr marL="285750" indent="-285750">
              <a:lnSpc>
                <a:spcPct val="150000"/>
              </a:lnSpc>
              <a:buFont typeface="Wingdings" panose="05000000000000000000" pitchFamily="2" charset="2"/>
              <a:buChar char="Ø"/>
            </a:pPr>
            <a:r>
              <a:rPr lang="en-US" sz="1400" dirty="0"/>
              <a:t>Documentation Agent: Intelligent system to maintain up-to-date technical documentation</a:t>
            </a:r>
          </a:p>
          <a:p>
            <a:pPr marL="285750" indent="-285750">
              <a:lnSpc>
                <a:spcPct val="150000"/>
              </a:lnSpc>
              <a:buFont typeface="Wingdings" panose="05000000000000000000" pitchFamily="2" charset="2"/>
              <a:buChar char="Ø"/>
            </a:pPr>
            <a:r>
              <a:rPr lang="en-US" sz="1400" dirty="0"/>
              <a:t>Data Quality Agent: Continuous monitoring and alerting for data anomalies in our pipelines</a:t>
            </a:r>
          </a:p>
          <a:p>
            <a:endParaRPr lang="en-US" dirty="0"/>
          </a:p>
        </p:txBody>
      </p:sp>
      <p:sp>
        <p:nvSpPr>
          <p:cNvPr id="8" name="TextBox 7">
            <a:extLst>
              <a:ext uri="{FF2B5EF4-FFF2-40B4-BE49-F238E27FC236}">
                <a16:creationId xmlns:a16="http://schemas.microsoft.com/office/drawing/2014/main" id="{30743C6F-9E48-7FE1-284D-2983C99615B2}"/>
              </a:ext>
            </a:extLst>
          </p:cNvPr>
          <p:cNvSpPr txBox="1"/>
          <p:nvPr/>
        </p:nvSpPr>
        <p:spPr>
          <a:xfrm>
            <a:off x="266700" y="4208534"/>
            <a:ext cx="9728201" cy="2529988"/>
          </a:xfrm>
          <a:prstGeom prst="rect">
            <a:avLst/>
          </a:prstGeom>
          <a:noFill/>
        </p:spPr>
        <p:txBody>
          <a:bodyPr wrap="square">
            <a:spAutoFit/>
          </a:bodyPr>
          <a:lstStyle/>
          <a:p>
            <a:pPr>
              <a:buNone/>
            </a:pPr>
            <a:r>
              <a:rPr lang="en-US" sz="1400" b="1" dirty="0">
                <a:solidFill>
                  <a:schemeClr val="bg2"/>
                </a:solidFill>
              </a:rPr>
              <a:t>Collaborative Innovation Strategy:</a:t>
            </a:r>
            <a:endParaRPr lang="en-US" sz="1400" dirty="0">
              <a:solidFill>
                <a:schemeClr val="bg2"/>
              </a:solidFill>
            </a:endParaRPr>
          </a:p>
          <a:p>
            <a:pPr marL="285750" indent="-285750">
              <a:lnSpc>
                <a:spcPct val="150000"/>
              </a:lnSpc>
              <a:buFont typeface="Wingdings" panose="05000000000000000000" pitchFamily="2" charset="2"/>
              <a:buChar char="Ø"/>
            </a:pPr>
            <a:r>
              <a:rPr lang="en-US" sz="1400" dirty="0"/>
              <a:t>Partnership with Mounika to establish a unified innovation ecosystem under a shared governance model</a:t>
            </a:r>
          </a:p>
          <a:p>
            <a:pPr marL="285750" indent="-285750">
              <a:lnSpc>
                <a:spcPct val="150000"/>
              </a:lnSpc>
              <a:buFont typeface="Wingdings" panose="05000000000000000000" pitchFamily="2" charset="2"/>
              <a:buChar char="Ø"/>
            </a:pPr>
            <a:r>
              <a:rPr lang="en-US" sz="1400" dirty="0"/>
              <a:t>Creation of an "Innovation Hub" repository with standardized frameworks and patterns</a:t>
            </a:r>
          </a:p>
          <a:p>
            <a:pPr marL="285750" indent="-285750">
              <a:lnSpc>
                <a:spcPct val="150000"/>
              </a:lnSpc>
              <a:buFont typeface="Wingdings" panose="05000000000000000000" pitchFamily="2" charset="2"/>
              <a:buChar char="Ø"/>
            </a:pPr>
            <a:r>
              <a:rPr lang="en-US" sz="1400" dirty="0"/>
              <a:t>Focus on building reusable components with practical applications across departments</a:t>
            </a:r>
          </a:p>
          <a:p>
            <a:pPr marL="285750" indent="-285750">
              <a:lnSpc>
                <a:spcPct val="150000"/>
              </a:lnSpc>
              <a:buFont typeface="Wingdings" panose="05000000000000000000" pitchFamily="2" charset="2"/>
              <a:buChar char="Ø"/>
            </a:pPr>
            <a:r>
              <a:rPr lang="en-US" sz="1400" dirty="0"/>
              <a:t>Implementation of regular innovation showcases to demonstrate value and gather feedback</a:t>
            </a:r>
          </a:p>
          <a:p>
            <a:pPr marL="285750" indent="-285750">
              <a:lnSpc>
                <a:spcPct val="150000"/>
              </a:lnSpc>
              <a:buFont typeface="Wingdings" panose="05000000000000000000" pitchFamily="2" charset="2"/>
              <a:buChar char="Ø"/>
            </a:pPr>
            <a:r>
              <a:rPr lang="en-US" sz="1400" dirty="0"/>
              <a:t>Drive adoption of successful innovations across multiple teams through dedicated champions</a:t>
            </a:r>
          </a:p>
          <a:p>
            <a:pPr marL="285750" indent="-285750">
              <a:lnSpc>
                <a:spcPct val="150000"/>
              </a:lnSpc>
              <a:buFont typeface="Wingdings" panose="05000000000000000000" pitchFamily="2" charset="2"/>
              <a:buChar char="Ø"/>
            </a:pPr>
            <a:r>
              <a:rPr lang="en-US" sz="1400" dirty="0"/>
              <a:t>Transform promising prototypes into production-ready solutions with comprehensive testing</a:t>
            </a:r>
          </a:p>
          <a:p>
            <a:pPr marL="285750" indent="-285750">
              <a:lnSpc>
                <a:spcPct val="150000"/>
              </a:lnSpc>
              <a:buFont typeface="Wingdings" panose="05000000000000000000" pitchFamily="2" charset="2"/>
              <a:buChar char="Ø"/>
            </a:pPr>
            <a:r>
              <a:rPr lang="en-US" sz="1400" dirty="0"/>
              <a:t>Establishment of clear success metrics for innovation initiatives, including ROI measurements</a:t>
            </a:r>
          </a:p>
        </p:txBody>
      </p:sp>
    </p:spTree>
    <p:extLst>
      <p:ext uri="{BB962C8B-B14F-4D97-AF65-F5344CB8AC3E}">
        <p14:creationId xmlns:p14="http://schemas.microsoft.com/office/powerpoint/2010/main" val="901182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FC934F-91A6-EAD8-A09F-A0D651C22415}"/>
              </a:ext>
            </a:extLst>
          </p:cNvPr>
          <p:cNvSpPr>
            <a:spLocks noGrp="1"/>
          </p:cNvSpPr>
          <p:nvPr>
            <p:ph type="body" sz="quarter" idx="26"/>
          </p:nvPr>
        </p:nvSpPr>
        <p:spPr>
          <a:xfrm>
            <a:off x="368299" y="868680"/>
            <a:ext cx="6584951" cy="3649755"/>
          </a:xfrm>
        </p:spPr>
        <p:txBody>
          <a:bodyPr>
            <a:normAutofit/>
          </a:bodyPr>
          <a:lstStyle/>
          <a:p>
            <a:pPr>
              <a:lnSpc>
                <a:spcPct val="150000"/>
              </a:lnSpc>
            </a:pPr>
            <a:r>
              <a:rPr lang="en-US" sz="1400" dirty="0"/>
              <a:t>I see myself growing into a leadership role where I can leverage my diverse technical background to add strategic value. My experience across various technologies equips me to handle multiple complex initiatives while continuing to expand my technical expertise. This unique combination of technical depth and breadth positions me to bridge the gap between technical implementation and business strategy, ensuring our technology investments align with organizational objectives.</a:t>
            </a:r>
          </a:p>
        </p:txBody>
      </p:sp>
      <p:sp>
        <p:nvSpPr>
          <p:cNvPr id="4" name="Title 3">
            <a:extLst>
              <a:ext uri="{FF2B5EF4-FFF2-40B4-BE49-F238E27FC236}">
                <a16:creationId xmlns:a16="http://schemas.microsoft.com/office/drawing/2014/main" id="{EBA98E96-BBBD-A4E9-2D86-24ED695B0A8B}"/>
              </a:ext>
            </a:extLst>
          </p:cNvPr>
          <p:cNvSpPr>
            <a:spLocks noGrp="1"/>
          </p:cNvSpPr>
          <p:nvPr>
            <p:ph type="title"/>
          </p:nvPr>
        </p:nvSpPr>
        <p:spPr>
          <a:xfrm>
            <a:off x="368299" y="282297"/>
            <a:ext cx="7470949" cy="897127"/>
          </a:xfrm>
        </p:spPr>
        <p:txBody>
          <a:bodyPr/>
          <a:lstStyle/>
          <a:p>
            <a:r>
              <a:rPr lang="en-US" dirty="0"/>
              <a:t>Leadership Development</a:t>
            </a:r>
          </a:p>
        </p:txBody>
      </p:sp>
      <p:sp>
        <p:nvSpPr>
          <p:cNvPr id="7" name="TextBox 6">
            <a:extLst>
              <a:ext uri="{FF2B5EF4-FFF2-40B4-BE49-F238E27FC236}">
                <a16:creationId xmlns:a16="http://schemas.microsoft.com/office/drawing/2014/main" id="{22AB0F8F-83E7-01D1-4EBE-711E35B59FAB}"/>
              </a:ext>
            </a:extLst>
          </p:cNvPr>
          <p:cNvSpPr txBox="1"/>
          <p:nvPr/>
        </p:nvSpPr>
        <p:spPr>
          <a:xfrm>
            <a:off x="7004051" y="515965"/>
            <a:ext cx="4692649" cy="4684424"/>
          </a:xfrm>
          <a:prstGeom prst="rect">
            <a:avLst/>
          </a:prstGeom>
          <a:noFill/>
        </p:spPr>
        <p:txBody>
          <a:bodyPr wrap="square">
            <a:spAutoFit/>
          </a:bodyPr>
          <a:lstStyle/>
          <a:p>
            <a:pPr>
              <a:buNone/>
            </a:pPr>
            <a:r>
              <a:rPr lang="en-US" sz="1400" b="1" dirty="0">
                <a:solidFill>
                  <a:schemeClr val="bg2"/>
                </a:solidFill>
              </a:rPr>
              <a:t>Leadership Journey - Next 12 Months:</a:t>
            </a:r>
          </a:p>
          <a:p>
            <a:pPr>
              <a:buNone/>
            </a:pPr>
            <a:endParaRPr lang="en-US" sz="1400" dirty="0">
              <a:solidFill>
                <a:schemeClr val="bg2"/>
              </a:solidFill>
            </a:endParaRPr>
          </a:p>
          <a:p>
            <a:pPr marL="285750" indent="-285750">
              <a:lnSpc>
                <a:spcPct val="150000"/>
              </a:lnSpc>
              <a:buFont typeface="Wingdings" panose="05000000000000000000" pitchFamily="2" charset="2"/>
              <a:buChar char="Ø"/>
            </a:pPr>
            <a:r>
              <a:rPr lang="en-US" sz="1400" dirty="0"/>
              <a:t>Building capabilities to guide cross-functional technical teams through formal leadership training</a:t>
            </a:r>
          </a:p>
          <a:p>
            <a:pPr marL="285750" indent="-285750">
              <a:lnSpc>
                <a:spcPct val="150000"/>
              </a:lnSpc>
              <a:buFont typeface="Wingdings" panose="05000000000000000000" pitchFamily="2" charset="2"/>
              <a:buChar char="Ø"/>
            </a:pPr>
            <a:r>
              <a:rPr lang="en-US" sz="1400" dirty="0"/>
              <a:t>Developing mentorship skills by establishing a structured mentoring relationship with 2-3 junior team members</a:t>
            </a:r>
          </a:p>
          <a:p>
            <a:pPr marL="285750" indent="-285750">
              <a:lnSpc>
                <a:spcPct val="150000"/>
              </a:lnSpc>
              <a:buFont typeface="Wingdings" panose="05000000000000000000" pitchFamily="2" charset="2"/>
              <a:buChar char="Ø"/>
            </a:pPr>
            <a:r>
              <a:rPr lang="en-US" sz="1400" dirty="0"/>
              <a:t>Taking initiative to lead specific components of the Match cloud migration project</a:t>
            </a:r>
          </a:p>
          <a:p>
            <a:pPr marL="285750" indent="-285750">
              <a:lnSpc>
                <a:spcPct val="150000"/>
              </a:lnSpc>
              <a:buFont typeface="Wingdings" panose="05000000000000000000" pitchFamily="2" charset="2"/>
              <a:buChar char="Ø"/>
            </a:pPr>
            <a:r>
              <a:rPr lang="en-US" sz="1400" dirty="0"/>
              <a:t>Improving communication skills through presentation opportunities at department meetings</a:t>
            </a:r>
          </a:p>
          <a:p>
            <a:pPr marL="285750" indent="-285750">
              <a:lnSpc>
                <a:spcPct val="150000"/>
              </a:lnSpc>
              <a:buFont typeface="Wingdings" panose="05000000000000000000" pitchFamily="2" charset="2"/>
              <a:buChar char="Ø"/>
            </a:pPr>
            <a:r>
              <a:rPr lang="en-US" sz="1400" dirty="0"/>
              <a:t>Participating in strategic planning sessions to contribute technical perspective to business decisions</a:t>
            </a:r>
          </a:p>
          <a:p>
            <a:pPr marL="285750" indent="-285750">
              <a:lnSpc>
                <a:spcPct val="150000"/>
              </a:lnSpc>
              <a:buFont typeface="Wingdings" panose="05000000000000000000" pitchFamily="2" charset="2"/>
              <a:buChar char="Ø"/>
            </a:pPr>
            <a:r>
              <a:rPr lang="en-US" sz="1400" dirty="0"/>
              <a:t>Shadowing current technical leaders to understand effective leadership approaches</a:t>
            </a:r>
          </a:p>
        </p:txBody>
      </p:sp>
      <p:sp>
        <p:nvSpPr>
          <p:cNvPr id="9" name="TextBox 8">
            <a:extLst>
              <a:ext uri="{FF2B5EF4-FFF2-40B4-BE49-F238E27FC236}">
                <a16:creationId xmlns:a16="http://schemas.microsoft.com/office/drawing/2014/main" id="{A15A53BD-53B8-2D54-1D2E-DCD3F032436A}"/>
              </a:ext>
            </a:extLst>
          </p:cNvPr>
          <p:cNvSpPr txBox="1"/>
          <p:nvPr/>
        </p:nvSpPr>
        <p:spPr>
          <a:xfrm>
            <a:off x="222248" y="3216979"/>
            <a:ext cx="6096000" cy="3499484"/>
          </a:xfrm>
          <a:prstGeom prst="rect">
            <a:avLst/>
          </a:prstGeom>
          <a:noFill/>
        </p:spPr>
        <p:txBody>
          <a:bodyPr wrap="square">
            <a:spAutoFit/>
          </a:bodyPr>
          <a:lstStyle/>
          <a:p>
            <a:r>
              <a:rPr lang="en-US" sz="1400" b="1" dirty="0">
                <a:solidFill>
                  <a:schemeClr val="bg2"/>
                </a:solidFill>
              </a:rPr>
              <a:t>Technical Growth Priorities:</a:t>
            </a:r>
            <a:endParaRPr lang="en-US" sz="1400" dirty="0">
              <a:solidFill>
                <a:schemeClr val="bg2"/>
              </a:solidFill>
            </a:endParaRPr>
          </a:p>
          <a:p>
            <a:pPr marL="285750" indent="-285750">
              <a:lnSpc>
                <a:spcPct val="150000"/>
              </a:lnSpc>
              <a:buFont typeface="Wingdings" panose="05000000000000000000" pitchFamily="2" charset="2"/>
              <a:buChar char="Ø"/>
            </a:pPr>
            <a:r>
              <a:rPr lang="en-US" sz="1400" dirty="0"/>
              <a:t>Mastering MCP (Model Context Protocol) standards and implementation patterns</a:t>
            </a:r>
          </a:p>
          <a:p>
            <a:pPr marL="285750" indent="-285750">
              <a:lnSpc>
                <a:spcPct val="150000"/>
              </a:lnSpc>
              <a:buFont typeface="Wingdings" panose="05000000000000000000" pitchFamily="2" charset="2"/>
              <a:buChar char="Ø"/>
            </a:pPr>
            <a:r>
              <a:rPr lang="en-US" sz="1400" dirty="0"/>
              <a:t>Developing expertise in Google's latest open-source tools including G2G MCP protocol</a:t>
            </a:r>
          </a:p>
          <a:p>
            <a:pPr marL="285750" indent="-285750">
              <a:lnSpc>
                <a:spcPct val="150000"/>
              </a:lnSpc>
              <a:buFont typeface="Wingdings" panose="05000000000000000000" pitchFamily="2" charset="2"/>
              <a:buChar char="Ø"/>
            </a:pPr>
            <a:r>
              <a:rPr lang="en-US" sz="1400" dirty="0"/>
              <a:t>Establishing a weekly learning routine to stay current with emerging protocols and frameworks</a:t>
            </a:r>
          </a:p>
          <a:p>
            <a:pPr marL="285750" indent="-285750">
              <a:lnSpc>
                <a:spcPct val="150000"/>
              </a:lnSpc>
              <a:buFont typeface="Wingdings" panose="05000000000000000000" pitchFamily="2" charset="2"/>
              <a:buChar char="Ø"/>
            </a:pPr>
            <a:r>
              <a:rPr lang="en-US" sz="1400" dirty="0"/>
              <a:t>Creating documentation and knowledge-sharing materials for newly acquired technical skills</a:t>
            </a:r>
          </a:p>
          <a:p>
            <a:pPr marL="285750" indent="-285750">
              <a:lnSpc>
                <a:spcPct val="150000"/>
              </a:lnSpc>
              <a:buFont typeface="Wingdings" panose="05000000000000000000" pitchFamily="2" charset="2"/>
              <a:buChar char="Ø"/>
            </a:pPr>
            <a:r>
              <a:rPr lang="en-US" sz="1400" dirty="0"/>
              <a:t>Implementing at least two proof-of-concepts using cutting-edge protocols in our existing workflows</a:t>
            </a:r>
          </a:p>
        </p:txBody>
      </p:sp>
    </p:spTree>
    <p:extLst>
      <p:ext uri="{BB962C8B-B14F-4D97-AF65-F5344CB8AC3E}">
        <p14:creationId xmlns:p14="http://schemas.microsoft.com/office/powerpoint/2010/main" val="1191885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468E82-B847-21B3-BEC6-2DAD689D3748}"/>
              </a:ext>
            </a:extLst>
          </p:cNvPr>
          <p:cNvSpPr>
            <a:spLocks noGrp="1"/>
          </p:cNvSpPr>
          <p:nvPr>
            <p:ph type="body" sz="quarter" idx="26"/>
          </p:nvPr>
        </p:nvSpPr>
        <p:spPr>
          <a:xfrm>
            <a:off x="457199" y="1541780"/>
            <a:ext cx="5765801" cy="3649755"/>
          </a:xfrm>
        </p:spPr>
        <p:txBody>
          <a:bodyPr>
            <a:normAutofit/>
          </a:bodyPr>
          <a:lstStyle/>
          <a:p>
            <a:pPr>
              <a:lnSpc>
                <a:spcPct val="150000"/>
              </a:lnSpc>
            </a:pPr>
            <a:r>
              <a:rPr lang="en-US" sz="1400"/>
              <a:t>In the rapidly evolving AI landscape, I recognize that staying current requires dedicated daily learning. I will maintain a structured approach to both innovation initiatives and core business goals, ensuring balanced progress across all priorities. My continuous improvement strategy includes dedicating 5 hours weekly to technical learning, participating in relevant communities of practice, and establishing a personal knowledge management system to organize and apply new learnings effectively.</a:t>
            </a:r>
          </a:p>
          <a:p>
            <a:pPr>
              <a:lnSpc>
                <a:spcPct val="150000"/>
              </a:lnSpc>
            </a:pPr>
            <a:endParaRPr lang="en-US" sz="1400"/>
          </a:p>
          <a:p>
            <a:pPr>
              <a:lnSpc>
                <a:spcPct val="150000"/>
              </a:lnSpc>
            </a:pPr>
            <a:endParaRPr lang="en-US" sz="1400" dirty="0"/>
          </a:p>
        </p:txBody>
      </p:sp>
      <p:sp>
        <p:nvSpPr>
          <p:cNvPr id="4" name="Title 3">
            <a:extLst>
              <a:ext uri="{FF2B5EF4-FFF2-40B4-BE49-F238E27FC236}">
                <a16:creationId xmlns:a16="http://schemas.microsoft.com/office/drawing/2014/main" id="{905F7623-AA37-ECF8-D3E6-92A25E449380}"/>
              </a:ext>
            </a:extLst>
          </p:cNvPr>
          <p:cNvSpPr>
            <a:spLocks noGrp="1"/>
          </p:cNvSpPr>
          <p:nvPr>
            <p:ph type="title"/>
          </p:nvPr>
        </p:nvSpPr>
        <p:spPr/>
        <p:txBody>
          <a:bodyPr/>
          <a:lstStyle/>
          <a:p>
            <a:r>
              <a:rPr lang="en-US"/>
              <a:t>Continuous Improvement Plan</a:t>
            </a:r>
            <a:endParaRPr lang="en-US" dirty="0"/>
          </a:p>
        </p:txBody>
      </p:sp>
      <p:sp>
        <p:nvSpPr>
          <p:cNvPr id="5" name="Text Placeholder 4">
            <a:extLst>
              <a:ext uri="{FF2B5EF4-FFF2-40B4-BE49-F238E27FC236}">
                <a16:creationId xmlns:a16="http://schemas.microsoft.com/office/drawing/2014/main" id="{AD2215A4-5EBF-3018-CC76-F1288BCA898B}"/>
              </a:ext>
            </a:extLst>
          </p:cNvPr>
          <p:cNvSpPr>
            <a:spLocks noGrp="1"/>
          </p:cNvSpPr>
          <p:nvPr>
            <p:ph type="body" sz="quarter" idx="24"/>
          </p:nvPr>
        </p:nvSpPr>
        <p:spPr>
          <a:xfrm>
            <a:off x="514350" y="1054353"/>
            <a:ext cx="7470949" cy="419100"/>
          </a:xfrm>
        </p:spPr>
        <p:txBody>
          <a:bodyPr/>
          <a:lstStyle/>
          <a:p>
            <a:r>
              <a:rPr lang="en-US" b="1"/>
              <a:t>Commitment to Technical Excellence</a:t>
            </a:r>
            <a:r>
              <a:rPr lang="en-US"/>
              <a:t> </a:t>
            </a:r>
            <a:endParaRPr lang="en-US" dirty="0"/>
          </a:p>
        </p:txBody>
      </p:sp>
      <p:sp>
        <p:nvSpPr>
          <p:cNvPr id="7" name="TextBox 6">
            <a:extLst>
              <a:ext uri="{FF2B5EF4-FFF2-40B4-BE49-F238E27FC236}">
                <a16:creationId xmlns:a16="http://schemas.microsoft.com/office/drawing/2014/main" id="{E7B8D888-BDC5-763B-7F85-CA79460A6408}"/>
              </a:ext>
            </a:extLst>
          </p:cNvPr>
          <p:cNvSpPr txBox="1"/>
          <p:nvPr/>
        </p:nvSpPr>
        <p:spPr>
          <a:xfrm>
            <a:off x="6686550" y="273049"/>
            <a:ext cx="4432300" cy="5921301"/>
          </a:xfrm>
          <a:prstGeom prst="rect">
            <a:avLst/>
          </a:prstGeom>
          <a:noFill/>
        </p:spPr>
        <p:txBody>
          <a:bodyPr wrap="square">
            <a:spAutoFit/>
          </a:bodyPr>
          <a:lstStyle/>
          <a:p>
            <a:pPr>
              <a:lnSpc>
                <a:spcPct val="150000"/>
              </a:lnSpc>
              <a:buNone/>
            </a:pPr>
            <a:r>
              <a:rPr lang="en-US" sz="1400" b="1">
                <a:solidFill>
                  <a:schemeClr val="bg2"/>
                </a:solidFill>
              </a:rPr>
              <a:t>Data-Driven Innovation Strategy</a:t>
            </a:r>
            <a:r>
              <a:rPr lang="en-US" sz="1400">
                <a:solidFill>
                  <a:schemeClr val="bg2"/>
                </a:solidFill>
              </a:rPr>
              <a:t> </a:t>
            </a:r>
          </a:p>
          <a:p>
            <a:pPr>
              <a:lnSpc>
                <a:spcPct val="150000"/>
              </a:lnSpc>
              <a:buNone/>
            </a:pPr>
            <a:r>
              <a:rPr lang="en-US" sz="1200"/>
              <a:t>Experian's extensive data assets provide a unique competitive advantage for AI applications. Our rich data ecosystem can power transformative AI solutions that deliver substantial business value while maintaining our commitment to data privacy and security.</a:t>
            </a:r>
          </a:p>
          <a:p>
            <a:pPr>
              <a:lnSpc>
                <a:spcPct val="150000"/>
              </a:lnSpc>
              <a:buNone/>
            </a:pPr>
            <a:r>
              <a:rPr lang="en-US" sz="1200"/>
              <a:t>I aim to:</a:t>
            </a:r>
          </a:p>
          <a:p>
            <a:pPr marL="171450" indent="-171450">
              <a:lnSpc>
                <a:spcPct val="150000"/>
              </a:lnSpc>
              <a:buFont typeface="Wingdings" panose="05000000000000000000" pitchFamily="2" charset="2"/>
              <a:buChar char="Ø"/>
            </a:pPr>
            <a:r>
              <a:rPr lang="en-US" sz="1200"/>
              <a:t>Develop production-ready AI solutions that deliver measurable business value with ROI tracking</a:t>
            </a:r>
          </a:p>
          <a:p>
            <a:pPr marL="171450" indent="-171450">
              <a:lnSpc>
                <a:spcPct val="150000"/>
              </a:lnSpc>
              <a:buFont typeface="Wingdings" panose="05000000000000000000" pitchFamily="2" charset="2"/>
              <a:buChar char="Ø"/>
            </a:pPr>
            <a:r>
              <a:rPr lang="en-US" sz="1200"/>
              <a:t>Create a comprehensive inventory of our highest-value data assets for AI applications</a:t>
            </a:r>
          </a:p>
          <a:p>
            <a:pPr marL="171450" indent="-171450">
              <a:lnSpc>
                <a:spcPct val="150000"/>
              </a:lnSpc>
              <a:buFont typeface="Wingdings" panose="05000000000000000000" pitchFamily="2" charset="2"/>
              <a:buChar char="Ø"/>
            </a:pPr>
            <a:r>
              <a:rPr lang="en-US" sz="1200"/>
              <a:t>Implement a robust MLOps framework to standardize our AI development lifecycle</a:t>
            </a:r>
          </a:p>
          <a:p>
            <a:pPr marL="171450" indent="-171450">
              <a:lnSpc>
                <a:spcPct val="150000"/>
              </a:lnSpc>
              <a:buFont typeface="Wingdings" panose="05000000000000000000" pitchFamily="2" charset="2"/>
              <a:buChar char="Ø"/>
            </a:pPr>
            <a:r>
              <a:rPr lang="en-US" sz="1200"/>
              <a:t>Move beyond proof-of-concepts to fully implemented, scalable solutions with proper monitoring</a:t>
            </a:r>
          </a:p>
          <a:p>
            <a:pPr marL="171450" indent="-171450">
              <a:lnSpc>
                <a:spcPct val="150000"/>
              </a:lnSpc>
              <a:buFont typeface="Wingdings" panose="05000000000000000000" pitchFamily="2" charset="2"/>
              <a:buChar char="Ø"/>
            </a:pPr>
            <a:r>
              <a:rPr lang="en-US" sz="1200"/>
              <a:t>Establish metrics dashboard to evaluate and communicate the impact of technical innovations</a:t>
            </a:r>
          </a:p>
          <a:p>
            <a:pPr marL="171450" indent="-171450">
              <a:lnSpc>
                <a:spcPct val="150000"/>
              </a:lnSpc>
              <a:buFont typeface="Wingdings" panose="05000000000000000000" pitchFamily="2" charset="2"/>
              <a:buChar char="Ø"/>
            </a:pPr>
            <a:r>
              <a:rPr lang="en-US" sz="1200"/>
              <a:t>Partner with business stakeholders to identify high-impact use cases for AI implementation</a:t>
            </a:r>
          </a:p>
          <a:p>
            <a:pPr marL="171450" indent="-171450">
              <a:lnSpc>
                <a:spcPct val="150000"/>
              </a:lnSpc>
              <a:buFont typeface="Wingdings" panose="05000000000000000000" pitchFamily="2" charset="2"/>
              <a:buChar char="Ø"/>
            </a:pPr>
            <a:r>
              <a:rPr lang="en-US" sz="1200"/>
              <a:t>Build reusable data processing pipelines that can accelerate future AI initiatives</a:t>
            </a:r>
            <a:endParaRPr lang="en-US" sz="1200" dirty="0"/>
          </a:p>
        </p:txBody>
      </p:sp>
      <p:sp>
        <p:nvSpPr>
          <p:cNvPr id="9" name="TextBox 8">
            <a:extLst>
              <a:ext uri="{FF2B5EF4-FFF2-40B4-BE49-F238E27FC236}">
                <a16:creationId xmlns:a16="http://schemas.microsoft.com/office/drawing/2014/main" id="{92D4F6A4-6E73-A492-AF33-ABA852B76EE7}"/>
              </a:ext>
            </a:extLst>
          </p:cNvPr>
          <p:cNvSpPr txBox="1"/>
          <p:nvPr/>
        </p:nvSpPr>
        <p:spPr>
          <a:xfrm>
            <a:off x="292099" y="3870812"/>
            <a:ext cx="6096000" cy="2529988"/>
          </a:xfrm>
          <a:prstGeom prst="rect">
            <a:avLst/>
          </a:prstGeom>
          <a:noFill/>
        </p:spPr>
        <p:txBody>
          <a:bodyPr wrap="square">
            <a:spAutoFit/>
          </a:bodyPr>
          <a:lstStyle/>
          <a:p>
            <a:pPr>
              <a:buNone/>
            </a:pPr>
            <a:r>
              <a:rPr lang="en-US" sz="1400" b="1">
                <a:solidFill>
                  <a:schemeClr val="bg2"/>
                </a:solidFill>
              </a:rPr>
              <a:t>Quarterly Milestones:</a:t>
            </a:r>
            <a:endParaRPr lang="en-US" sz="1400">
              <a:solidFill>
                <a:schemeClr val="bg2"/>
              </a:solidFill>
            </a:endParaRPr>
          </a:p>
          <a:p>
            <a:pPr marL="285750" indent="-285750">
              <a:lnSpc>
                <a:spcPct val="150000"/>
              </a:lnSpc>
              <a:buFont typeface="Wingdings" panose="05000000000000000000" pitchFamily="2" charset="2"/>
              <a:buChar char="Ø"/>
            </a:pPr>
            <a:r>
              <a:rPr lang="en-US" sz="1400"/>
              <a:t>Q2 2025: Complete Match cloud migration and document lessons learned</a:t>
            </a:r>
          </a:p>
          <a:p>
            <a:pPr marL="285750" indent="-285750">
              <a:lnSpc>
                <a:spcPct val="150000"/>
              </a:lnSpc>
              <a:buFont typeface="Wingdings" panose="05000000000000000000" pitchFamily="2" charset="2"/>
              <a:buChar char="Ø"/>
            </a:pPr>
            <a:r>
              <a:rPr lang="en-US" sz="1400"/>
              <a:t>Q3 2025: Deploy first production agentic AI assistant with measurable efficiency gains</a:t>
            </a:r>
          </a:p>
          <a:p>
            <a:pPr marL="285750" indent="-285750">
              <a:lnSpc>
                <a:spcPct val="150000"/>
              </a:lnSpc>
              <a:buFont typeface="Wingdings" panose="05000000000000000000" pitchFamily="2" charset="2"/>
              <a:buChar char="Ø"/>
            </a:pPr>
            <a:r>
              <a:rPr lang="en-US" sz="1400"/>
              <a:t>Q4 2025: Establish Innovation Hub with at least 3 reusable components</a:t>
            </a:r>
          </a:p>
          <a:p>
            <a:pPr marL="285750" indent="-285750">
              <a:lnSpc>
                <a:spcPct val="150000"/>
              </a:lnSpc>
              <a:buFont typeface="Wingdings" panose="05000000000000000000" pitchFamily="2" charset="2"/>
              <a:buChar char="Ø"/>
            </a:pPr>
            <a:r>
              <a:rPr lang="en-US" sz="1400"/>
              <a:t>Q1 2026: Lead cross-functional team implementing next-generation AI solution</a:t>
            </a:r>
            <a:endParaRPr lang="en-US" sz="1400" dirty="0"/>
          </a:p>
        </p:txBody>
      </p:sp>
    </p:spTree>
    <p:extLst>
      <p:ext uri="{BB962C8B-B14F-4D97-AF65-F5344CB8AC3E}">
        <p14:creationId xmlns:p14="http://schemas.microsoft.com/office/powerpoint/2010/main" val="524244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C5A61D2-9339-E301-FF7D-CF9A7A163079}"/>
              </a:ext>
            </a:extLst>
          </p:cNvPr>
          <p:cNvSpPr txBox="1"/>
          <p:nvPr/>
        </p:nvSpPr>
        <p:spPr>
          <a:xfrm>
            <a:off x="2012950" y="1599336"/>
            <a:ext cx="8128000" cy="3607398"/>
          </a:xfrm>
          <a:prstGeom prst="rect">
            <a:avLst/>
          </a:prstGeom>
          <a:noFill/>
        </p:spPr>
        <p:txBody>
          <a:bodyPr wrap="square">
            <a:spAutoFit/>
          </a:bodyPr>
          <a:lstStyle/>
          <a:p>
            <a:r>
              <a:rPr lang="en-US" sz="1800" b="1" dirty="0">
                <a:solidFill>
                  <a:schemeClr val="bg2"/>
                </a:solidFill>
              </a:rPr>
              <a:t>Success Vision:</a:t>
            </a:r>
            <a:r>
              <a:rPr lang="en-US" sz="1800" dirty="0">
                <a:solidFill>
                  <a:schemeClr val="bg2"/>
                </a:solidFill>
              </a:rPr>
              <a:t> </a:t>
            </a:r>
          </a:p>
          <a:p>
            <a:pPr>
              <a:lnSpc>
                <a:spcPct val="200000"/>
              </a:lnSpc>
            </a:pPr>
            <a:endParaRPr lang="en-US" dirty="0">
              <a:solidFill>
                <a:schemeClr val="bg2"/>
              </a:solidFill>
            </a:endParaRPr>
          </a:p>
          <a:p>
            <a:pPr>
              <a:lnSpc>
                <a:spcPct val="200000"/>
              </a:lnSpc>
            </a:pPr>
            <a:r>
              <a:rPr lang="en-US" sz="1800" dirty="0"/>
              <a:t>By focusing on these areas, I will contribute to Experian's technical advancement while developing the leadership skills necessary for future growth opportunities. My goal is to become recognized as both a technical expert and an emerging leader who can translate complex technical concepts into business value.</a:t>
            </a:r>
          </a:p>
        </p:txBody>
      </p:sp>
    </p:spTree>
    <p:extLst>
      <p:ext uri="{BB962C8B-B14F-4D97-AF65-F5344CB8AC3E}">
        <p14:creationId xmlns:p14="http://schemas.microsoft.com/office/powerpoint/2010/main" val="1127603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AA5EC70-C523-64A9-C81F-FA069E1EC3E5}"/>
              </a:ext>
            </a:extLst>
          </p:cNvPr>
          <p:cNvGraphicFramePr>
            <a:graphicFrameLocks noGrp="1"/>
          </p:cNvGraphicFramePr>
          <p:nvPr>
            <p:extLst>
              <p:ext uri="{D42A27DB-BD31-4B8C-83A1-F6EECF244321}">
                <p14:modId xmlns:p14="http://schemas.microsoft.com/office/powerpoint/2010/main" val="2080067325"/>
              </p:ext>
            </p:extLst>
          </p:nvPr>
        </p:nvGraphicFramePr>
        <p:xfrm>
          <a:off x="133351" y="104774"/>
          <a:ext cx="11191874" cy="6753225"/>
        </p:xfrm>
        <a:graphic>
          <a:graphicData uri="http://schemas.openxmlformats.org/drawingml/2006/table">
            <a:tbl>
              <a:tblPr>
                <a:tableStyleId>{18603FDC-E32A-4AB5-989C-0864C3EAD2B8}</a:tableStyleId>
              </a:tblPr>
              <a:tblGrid>
                <a:gridCol w="496976">
                  <a:extLst>
                    <a:ext uri="{9D8B030D-6E8A-4147-A177-3AD203B41FA5}">
                      <a16:colId xmlns:a16="http://schemas.microsoft.com/office/drawing/2014/main" val="2133859478"/>
                    </a:ext>
                  </a:extLst>
                </a:gridCol>
                <a:gridCol w="2493161">
                  <a:extLst>
                    <a:ext uri="{9D8B030D-6E8A-4147-A177-3AD203B41FA5}">
                      <a16:colId xmlns:a16="http://schemas.microsoft.com/office/drawing/2014/main" val="2205023821"/>
                    </a:ext>
                  </a:extLst>
                </a:gridCol>
                <a:gridCol w="2605804">
                  <a:extLst>
                    <a:ext uri="{9D8B030D-6E8A-4147-A177-3AD203B41FA5}">
                      <a16:colId xmlns:a16="http://schemas.microsoft.com/office/drawing/2014/main" val="1087262905"/>
                    </a:ext>
                  </a:extLst>
                </a:gridCol>
                <a:gridCol w="1865311">
                  <a:extLst>
                    <a:ext uri="{9D8B030D-6E8A-4147-A177-3AD203B41FA5}">
                      <a16:colId xmlns:a16="http://schemas.microsoft.com/office/drawing/2014/main" val="4003911073"/>
                    </a:ext>
                  </a:extLst>
                </a:gridCol>
                <a:gridCol w="1865311">
                  <a:extLst>
                    <a:ext uri="{9D8B030D-6E8A-4147-A177-3AD203B41FA5}">
                      <a16:colId xmlns:a16="http://schemas.microsoft.com/office/drawing/2014/main" val="2629561486"/>
                    </a:ext>
                  </a:extLst>
                </a:gridCol>
                <a:gridCol w="1865311">
                  <a:extLst>
                    <a:ext uri="{9D8B030D-6E8A-4147-A177-3AD203B41FA5}">
                      <a16:colId xmlns:a16="http://schemas.microsoft.com/office/drawing/2014/main" val="837782059"/>
                    </a:ext>
                  </a:extLst>
                </a:gridCol>
              </a:tblGrid>
              <a:tr h="146752">
                <a:tc>
                  <a:txBody>
                    <a:bodyPr/>
                    <a:lstStyle/>
                    <a:p>
                      <a:r>
                        <a:rPr lang="en-US" sz="800" b="0"/>
                        <a:t>Priority</a:t>
                      </a:r>
                    </a:p>
                  </a:txBody>
                  <a:tcPr marL="22027" marR="22027" marT="11013" marB="11013" anchor="ctr"/>
                </a:tc>
                <a:tc>
                  <a:txBody>
                    <a:bodyPr/>
                    <a:lstStyle/>
                    <a:p>
                      <a:r>
                        <a:rPr lang="en-US" sz="800" b="0" dirty="0"/>
                        <a:t>Task</a:t>
                      </a:r>
                    </a:p>
                  </a:txBody>
                  <a:tcPr marL="22027" marR="22027" marT="11013" marB="11013" anchor="ctr"/>
                </a:tc>
                <a:tc>
                  <a:txBody>
                    <a:bodyPr/>
                    <a:lstStyle/>
                    <a:p>
                      <a:r>
                        <a:rPr lang="en-US" sz="800" b="0" dirty="0"/>
                        <a:t>Objective</a:t>
                      </a:r>
                    </a:p>
                  </a:txBody>
                  <a:tcPr marL="22027" marR="22027" marT="11013" marB="11013" anchor="ctr"/>
                </a:tc>
                <a:tc>
                  <a:txBody>
                    <a:bodyPr/>
                    <a:lstStyle/>
                    <a:p>
                      <a:r>
                        <a:rPr lang="en-US" sz="800" b="0" dirty="0"/>
                        <a:t>Key Result</a:t>
                      </a:r>
                    </a:p>
                  </a:txBody>
                  <a:tcPr marL="22027" marR="22027" marT="11013" marB="11013" anchor="ctr"/>
                </a:tc>
                <a:tc>
                  <a:txBody>
                    <a:bodyPr/>
                    <a:lstStyle/>
                    <a:p>
                      <a:r>
                        <a:rPr lang="en-US" sz="800" b="0" dirty="0"/>
                        <a:t>Impact</a:t>
                      </a:r>
                    </a:p>
                  </a:txBody>
                  <a:tcPr marL="22027" marR="22027" marT="11013" marB="11013" anchor="ctr"/>
                </a:tc>
                <a:tc>
                  <a:txBody>
                    <a:bodyPr/>
                    <a:lstStyle/>
                    <a:p>
                      <a:r>
                        <a:rPr lang="en-US" sz="800" b="0" dirty="0"/>
                        <a:t>OKRS</a:t>
                      </a:r>
                    </a:p>
                  </a:txBody>
                  <a:tcPr marL="22027" marR="22027" marT="11013" marB="11013" anchor="ctr"/>
                </a:tc>
                <a:extLst>
                  <a:ext uri="{0D108BD9-81ED-4DB2-BD59-A6C34878D82A}">
                    <a16:rowId xmlns:a16="http://schemas.microsoft.com/office/drawing/2014/main" val="3743981648"/>
                  </a:ext>
                </a:extLst>
              </a:tr>
              <a:tr h="858632">
                <a:tc>
                  <a:txBody>
                    <a:bodyPr/>
                    <a:lstStyle/>
                    <a:p>
                      <a:r>
                        <a:rPr lang="en-US" sz="800" dirty="0"/>
                        <a:t>1</a:t>
                      </a:r>
                    </a:p>
                  </a:txBody>
                  <a:tcPr marL="22027" marR="22027" marT="11013" marB="11013" anchor="ctr"/>
                </a:tc>
                <a:tc>
                  <a:txBody>
                    <a:bodyPr/>
                    <a:lstStyle/>
                    <a:p>
                      <a:r>
                        <a:rPr lang="en-US" sz="800" dirty="0"/>
                        <a:t>Alteryx Migration to </a:t>
                      </a:r>
                      <a:r>
                        <a:rPr lang="en-US" sz="800" dirty="0" err="1"/>
                        <a:t>PySpark</a:t>
                      </a:r>
                      <a:endParaRPr lang="en-US" sz="800" dirty="0"/>
                    </a:p>
                  </a:txBody>
                  <a:tcPr marL="22027" marR="22027" marT="11013" marB="11013" anchor="ctr"/>
                </a:tc>
                <a:tc>
                  <a:txBody>
                    <a:bodyPr/>
                    <a:lstStyle/>
                    <a:p>
                      <a:r>
                        <a:rPr lang="en-US" sz="800" b="1" dirty="0"/>
                        <a:t>Drive High Efficiency Delivery Performance</a:t>
                      </a:r>
                      <a:r>
                        <a:rPr lang="en-US" sz="800" dirty="0"/>
                        <a:t> (Isabel Palmer)</a:t>
                      </a:r>
                    </a:p>
                  </a:txBody>
                  <a:tcPr marL="22027" marR="22027" marT="11013" marB="11013" anchor="ctr"/>
                </a:tc>
                <a:tc>
                  <a:txBody>
                    <a:bodyPr/>
                    <a:lstStyle/>
                    <a:p>
                      <a:r>
                        <a:rPr lang="en-US" sz="800" dirty="0"/>
                        <a:t>KR2: Reduce development cycle time by 20% through reusable solutions, automation and AI-based engineering</a:t>
                      </a:r>
                    </a:p>
                  </a:txBody>
                  <a:tcPr marL="22027" marR="22027" marT="11013" marB="11013" anchor="ctr"/>
                </a:tc>
                <a:tc>
                  <a:txBody>
                    <a:bodyPr/>
                    <a:lstStyle/>
                    <a:p>
                      <a:r>
                        <a:rPr lang="en-US" sz="800" b="1" dirty="0"/>
                        <a:t>High</a:t>
                      </a:r>
                      <a:r>
                        <a:rPr lang="en-US" sz="800" dirty="0"/>
                        <a:t> - This migration will significantly improve processing efficiency, reduce operational costs, and enable more scalable data processing</a:t>
                      </a:r>
                    </a:p>
                  </a:txBody>
                  <a:tcPr marL="22027" marR="22027" marT="11013" marB="11013" anchor="ctr"/>
                </a:tc>
                <a:tc>
                  <a:txBody>
                    <a:bodyPr/>
                    <a:lstStyle/>
                    <a:p>
                      <a:r>
                        <a:rPr lang="en-US" sz="800" b="1" dirty="0"/>
                        <a:t>Transform our technology to enable our strategy (OKR5):</a:t>
                      </a:r>
                      <a:br>
                        <a:rPr lang="en-US" sz="800" b="1" dirty="0"/>
                      </a:br>
                      <a:endParaRPr lang="en-US" sz="800" b="1" dirty="0"/>
                    </a:p>
                    <a:p>
                      <a:r>
                        <a:rPr lang="en-US" sz="800" b="1" dirty="0"/>
                        <a:t>01 Product </a:t>
                      </a:r>
                      <a:r>
                        <a:rPr lang="en-US" sz="800" b="1" dirty="0" err="1"/>
                        <a:t>rationalisation</a:t>
                      </a:r>
                      <a:r>
                        <a:rPr lang="en-US" sz="800" b="1" dirty="0"/>
                        <a:t> and technology efficiencies</a:t>
                      </a:r>
                    </a:p>
                    <a:p>
                      <a:endParaRPr lang="en-US" sz="800" b="1" dirty="0"/>
                    </a:p>
                  </a:txBody>
                  <a:tcPr marL="22027" marR="22027" marT="11013" marB="11013" anchor="ctr"/>
                </a:tc>
                <a:extLst>
                  <a:ext uri="{0D108BD9-81ED-4DB2-BD59-A6C34878D82A}">
                    <a16:rowId xmlns:a16="http://schemas.microsoft.com/office/drawing/2014/main" val="398154780"/>
                  </a:ext>
                </a:extLst>
              </a:tr>
              <a:tr h="1047545">
                <a:tc>
                  <a:txBody>
                    <a:bodyPr/>
                    <a:lstStyle/>
                    <a:p>
                      <a:r>
                        <a:rPr lang="en-US" sz="800" dirty="0"/>
                        <a:t>2</a:t>
                      </a:r>
                    </a:p>
                  </a:txBody>
                  <a:tcPr marL="22027" marR="22027" marT="11013" marB="11013" anchor="ctr"/>
                </a:tc>
                <a:tc>
                  <a:txBody>
                    <a:bodyPr/>
                    <a:lstStyle/>
                    <a:p>
                      <a:r>
                        <a:rPr lang="en-US" sz="800" dirty="0"/>
                        <a:t>Participate in Cloud Migrations</a:t>
                      </a:r>
                    </a:p>
                  </a:txBody>
                  <a:tcPr marL="22027" marR="22027" marT="11013" marB="11013" anchor="ctr"/>
                </a:tc>
                <a:tc>
                  <a:txBody>
                    <a:bodyPr/>
                    <a:lstStyle/>
                    <a:p>
                      <a:r>
                        <a:rPr lang="en-US" sz="800" b="1" dirty="0"/>
                        <a:t>Enhance Operational + Delivery Efficiency, Security and Performance</a:t>
                      </a:r>
                      <a:r>
                        <a:rPr lang="en-US" sz="800" dirty="0"/>
                        <a:t> (Jason Webster + Isabel Palmer)</a:t>
                      </a:r>
                    </a:p>
                  </a:txBody>
                  <a:tcPr marL="22027" marR="22027" marT="11013" marB="11013" anchor="ctr"/>
                </a:tc>
                <a:tc>
                  <a:txBody>
                    <a:bodyPr/>
                    <a:lstStyle/>
                    <a:p>
                      <a:r>
                        <a:rPr lang="en-US" sz="800" dirty="0"/>
                        <a:t>Enhance Scalability and Speed to Deployment: Improve system scalability by 20% by Q4FY26</a:t>
                      </a:r>
                    </a:p>
                  </a:txBody>
                  <a:tcPr marL="22027" marR="22027" marT="11013" marB="11013" anchor="ctr"/>
                </a:tc>
                <a:tc>
                  <a:txBody>
                    <a:bodyPr/>
                    <a:lstStyle/>
                    <a:p>
                      <a:r>
                        <a:rPr lang="en-US" sz="800" b="1"/>
                        <a:t>High</a:t>
                      </a:r>
                      <a:r>
                        <a:rPr lang="en-US" sz="800"/>
                        <a:t> - Cloud migration is foundational for improved scalability, performance, and modern architecture</a:t>
                      </a:r>
                    </a:p>
                  </a:txBody>
                  <a:tcPr marL="22027" marR="22027" marT="11013" marB="11013" anchor="ctr"/>
                </a:tc>
                <a:tc>
                  <a:txBody>
                    <a:bodyPr/>
                    <a:lstStyle/>
                    <a:p>
                      <a:r>
                        <a:rPr lang="en-US" sz="800" b="1" dirty="0"/>
                        <a:t>Transform our technology to enable our strategy (OKR5):</a:t>
                      </a:r>
                      <a:br>
                        <a:rPr lang="en-US" sz="800" b="1" dirty="0"/>
                      </a:br>
                      <a:endParaRPr lang="en-US" sz="800" b="1" dirty="0"/>
                    </a:p>
                    <a:p>
                      <a:r>
                        <a:rPr lang="en-US" sz="800" b="1" dirty="0"/>
                        <a:t>01 Product </a:t>
                      </a:r>
                      <a:r>
                        <a:rPr lang="en-US" sz="800" b="1" dirty="0" err="1"/>
                        <a:t>rationalisation</a:t>
                      </a:r>
                      <a:r>
                        <a:rPr lang="en-US" sz="800" b="1" dirty="0"/>
                        <a:t> and technology efficiencies</a:t>
                      </a:r>
                    </a:p>
                    <a:p>
                      <a:endParaRPr lang="en-US" sz="800" dirty="0"/>
                    </a:p>
                  </a:txBody>
                  <a:tcPr marL="22027" marR="22027" marT="11013" marB="11013" anchor="ctr"/>
                </a:tc>
                <a:extLst>
                  <a:ext uri="{0D108BD9-81ED-4DB2-BD59-A6C34878D82A}">
                    <a16:rowId xmlns:a16="http://schemas.microsoft.com/office/drawing/2014/main" val="1183990537"/>
                  </a:ext>
                </a:extLst>
              </a:tr>
              <a:tr h="892534">
                <a:tc>
                  <a:txBody>
                    <a:bodyPr/>
                    <a:lstStyle/>
                    <a:p>
                      <a:r>
                        <a:rPr lang="en-US" sz="800" dirty="0"/>
                        <a:t>3</a:t>
                      </a:r>
                    </a:p>
                  </a:txBody>
                  <a:tcPr marL="22027" marR="22027" marT="11013" marB="11013" anchor="ctr"/>
                </a:tc>
                <a:tc>
                  <a:txBody>
                    <a:bodyPr/>
                    <a:lstStyle/>
                    <a:p>
                      <a:r>
                        <a:rPr lang="en-US" sz="800"/>
                        <a:t>Implement Reusable Solutions</a:t>
                      </a:r>
                    </a:p>
                  </a:txBody>
                  <a:tcPr marL="22027" marR="22027" marT="11013" marB="11013" anchor="ctr"/>
                </a:tc>
                <a:tc>
                  <a:txBody>
                    <a:bodyPr/>
                    <a:lstStyle/>
                    <a:p>
                      <a:r>
                        <a:rPr lang="en-US" sz="800" b="1" dirty="0"/>
                        <a:t>Drive High Efficiency Delivery Performance</a:t>
                      </a:r>
                      <a:r>
                        <a:rPr lang="en-US" sz="800" dirty="0"/>
                        <a:t> (Isabel Palmer)</a:t>
                      </a:r>
                    </a:p>
                  </a:txBody>
                  <a:tcPr marL="22027" marR="22027" marT="11013" marB="11013" anchor="ctr"/>
                </a:tc>
                <a:tc>
                  <a:txBody>
                    <a:bodyPr/>
                    <a:lstStyle/>
                    <a:p>
                      <a:r>
                        <a:rPr lang="en-US" sz="800" dirty="0"/>
                        <a:t>KR2: Reduce development cycle time by 20% through reusable solutions, automation and AI-based engineering</a:t>
                      </a:r>
                    </a:p>
                  </a:txBody>
                  <a:tcPr marL="22027" marR="22027" marT="11013" marB="11013" anchor="ctr"/>
                </a:tc>
                <a:tc>
                  <a:txBody>
                    <a:bodyPr/>
                    <a:lstStyle/>
                    <a:p>
                      <a:r>
                        <a:rPr lang="en-US" sz="800" b="1" dirty="0"/>
                        <a:t>Medium-High</a:t>
                      </a:r>
                      <a:r>
                        <a:rPr lang="en-US" sz="800" dirty="0"/>
                        <a:t> - Creating reusable components will accelerate development and ensure consistency</a:t>
                      </a:r>
                    </a:p>
                  </a:txBody>
                  <a:tcPr marL="22027" marR="22027" marT="11013" marB="11013" anchor="ctr"/>
                </a:tc>
                <a:tc>
                  <a:txBody>
                    <a:bodyPr/>
                    <a:lstStyle/>
                    <a:p>
                      <a:r>
                        <a:rPr lang="en-US" sz="800" b="1" dirty="0"/>
                        <a:t>Transform our technology to enable our strategy (OKR5):</a:t>
                      </a:r>
                      <a:br>
                        <a:rPr lang="en-US" sz="800" b="1" dirty="0"/>
                      </a:br>
                      <a:endParaRPr lang="en-US" sz="800" b="1" dirty="0"/>
                    </a:p>
                    <a:p>
                      <a:r>
                        <a:rPr lang="en-US" sz="800" b="1" dirty="0"/>
                        <a:t>02 GenAI &amp; engineering excellence (productivity and tech transformation)</a:t>
                      </a:r>
                    </a:p>
                    <a:p>
                      <a:endParaRPr lang="en-US" sz="800" dirty="0"/>
                    </a:p>
                  </a:txBody>
                  <a:tcPr marL="22027" marR="22027" marT="11013" marB="11013" anchor="ctr"/>
                </a:tc>
                <a:extLst>
                  <a:ext uri="{0D108BD9-81ED-4DB2-BD59-A6C34878D82A}">
                    <a16:rowId xmlns:a16="http://schemas.microsoft.com/office/drawing/2014/main" val="3344377870"/>
                  </a:ext>
                </a:extLst>
              </a:tr>
              <a:tr h="892534">
                <a:tc>
                  <a:txBody>
                    <a:bodyPr/>
                    <a:lstStyle/>
                    <a:p>
                      <a:r>
                        <a:rPr lang="en-US" sz="800" dirty="0"/>
                        <a:t>4</a:t>
                      </a:r>
                    </a:p>
                  </a:txBody>
                  <a:tcPr marL="22027" marR="22027" marT="11013" marB="11013" anchor="ctr"/>
                </a:tc>
                <a:tc>
                  <a:txBody>
                    <a:bodyPr/>
                    <a:lstStyle/>
                    <a:p>
                      <a:r>
                        <a:rPr lang="en-US" sz="800"/>
                        <a:t>Implement Automation Solutions</a:t>
                      </a:r>
                    </a:p>
                  </a:txBody>
                  <a:tcPr marL="22027" marR="22027" marT="11013" marB="11013" anchor="ctr"/>
                </a:tc>
                <a:tc>
                  <a:txBody>
                    <a:bodyPr/>
                    <a:lstStyle/>
                    <a:p>
                      <a:r>
                        <a:rPr lang="en-US" sz="800" b="1" dirty="0"/>
                        <a:t>Enhance Operational + Delivery Efficiency</a:t>
                      </a:r>
                      <a:endParaRPr lang="en-US" sz="800" dirty="0"/>
                    </a:p>
                  </a:txBody>
                  <a:tcPr marL="22027" marR="22027" marT="11013" marB="11013" anchor="ctr"/>
                </a:tc>
                <a:tc>
                  <a:txBody>
                    <a:bodyPr/>
                    <a:lstStyle/>
                    <a:p>
                      <a:r>
                        <a:rPr lang="en-US" sz="800" dirty="0"/>
                        <a:t>Simplify Processes and Workflows: Reduce the number of steps in key workflows by 20%</a:t>
                      </a:r>
                    </a:p>
                  </a:txBody>
                  <a:tcPr marL="22027" marR="22027" marT="11013" marB="11013" anchor="ctr"/>
                </a:tc>
                <a:tc>
                  <a:txBody>
                    <a:bodyPr/>
                    <a:lstStyle/>
                    <a:p>
                      <a:r>
                        <a:rPr lang="en-US" sz="800" b="1"/>
                        <a:t>Medium-High</a:t>
                      </a:r>
                      <a:r>
                        <a:rPr lang="en-US" sz="800"/>
                        <a:t> - Automation reduces manual effort and improves reliability</a:t>
                      </a:r>
                    </a:p>
                  </a:txBody>
                  <a:tcPr marL="22027" marR="22027" marT="11013" marB="11013" anchor="ctr"/>
                </a:tc>
                <a:tc>
                  <a:txBody>
                    <a:bodyPr/>
                    <a:lstStyle/>
                    <a:p>
                      <a:endParaRPr lang="en-US" sz="800" b="1" dirty="0"/>
                    </a:p>
                    <a:p>
                      <a:r>
                        <a:rPr lang="en-US" sz="800" b="1" dirty="0"/>
                        <a:t>Transform our technology to enable our strategy (OKR5):</a:t>
                      </a:r>
                      <a:br>
                        <a:rPr lang="en-US" sz="800" b="1" dirty="0"/>
                      </a:br>
                      <a:endParaRPr lang="en-US" sz="800" b="1" dirty="0"/>
                    </a:p>
                    <a:p>
                      <a:r>
                        <a:rPr lang="en-US" sz="800" b="1" dirty="0"/>
                        <a:t>01 Product </a:t>
                      </a:r>
                      <a:r>
                        <a:rPr lang="en-US" sz="800" b="1" dirty="0" err="1"/>
                        <a:t>rationalisation</a:t>
                      </a:r>
                      <a:r>
                        <a:rPr lang="en-US" sz="800" b="1" dirty="0"/>
                        <a:t> and technology efficiencies</a:t>
                      </a:r>
                    </a:p>
                    <a:p>
                      <a:endParaRPr lang="en-US" sz="800" dirty="0"/>
                    </a:p>
                  </a:txBody>
                  <a:tcPr marL="22027" marR="22027" marT="11013" marB="11013" anchor="ctr"/>
                </a:tc>
                <a:extLst>
                  <a:ext uri="{0D108BD9-81ED-4DB2-BD59-A6C34878D82A}">
                    <a16:rowId xmlns:a16="http://schemas.microsoft.com/office/drawing/2014/main" val="449613484"/>
                  </a:ext>
                </a:extLst>
              </a:tr>
              <a:tr h="1079589">
                <a:tc>
                  <a:txBody>
                    <a:bodyPr/>
                    <a:lstStyle/>
                    <a:p>
                      <a:r>
                        <a:rPr lang="en-US" sz="800"/>
                        <a:t>5</a:t>
                      </a:r>
                    </a:p>
                  </a:txBody>
                  <a:tcPr marL="22027" marR="22027" marT="11013" marB="11013" anchor="ctr"/>
                </a:tc>
                <a:tc>
                  <a:txBody>
                    <a:bodyPr/>
                    <a:lstStyle/>
                    <a:p>
                      <a:r>
                        <a:rPr lang="en-US" sz="800"/>
                        <a:t>Develop GenAI and Agentic AI Solutions</a:t>
                      </a:r>
                    </a:p>
                  </a:txBody>
                  <a:tcPr marL="22027" marR="22027" marT="11013" marB="11013" anchor="ctr"/>
                </a:tc>
                <a:tc>
                  <a:txBody>
                    <a:bodyPr/>
                    <a:lstStyle/>
                    <a:p>
                      <a:r>
                        <a:rPr lang="en-US" sz="800" b="1" dirty="0"/>
                        <a:t>Drive High Efficiency Delivery Performance</a:t>
                      </a:r>
                      <a:r>
                        <a:rPr lang="en-US" sz="800" dirty="0"/>
                        <a:t> (Isabel Palmer)</a:t>
                      </a:r>
                    </a:p>
                  </a:txBody>
                  <a:tcPr marL="22027" marR="22027" marT="11013" marB="11013" anchor="ctr"/>
                </a:tc>
                <a:tc>
                  <a:txBody>
                    <a:bodyPr/>
                    <a:lstStyle/>
                    <a:p>
                      <a:r>
                        <a:rPr lang="en-US" sz="800" dirty="0"/>
                        <a:t>KR4: Enhance innovation and efficiencies by leveraging assistant and agentic AI to support the development of at least 3 aligned products or target core capabilities</a:t>
                      </a:r>
                    </a:p>
                  </a:txBody>
                  <a:tcPr marL="22027" marR="22027" marT="11013" marB="11013" anchor="ctr"/>
                </a:tc>
                <a:tc>
                  <a:txBody>
                    <a:bodyPr/>
                    <a:lstStyle/>
                    <a:p>
                      <a:r>
                        <a:rPr lang="en-US" sz="800" b="1" dirty="0"/>
                        <a:t>High</a:t>
                      </a:r>
                      <a:r>
                        <a:rPr lang="en-US" sz="800" dirty="0"/>
                        <a:t> - AI integration represents a strategic advantage and efficiency multiplier</a:t>
                      </a:r>
                    </a:p>
                  </a:txBody>
                  <a:tcPr marL="22027" marR="22027" marT="11013" marB="11013" anchor="ctr"/>
                </a:tc>
                <a:tc>
                  <a:txBody>
                    <a:bodyPr/>
                    <a:lstStyle/>
                    <a:p>
                      <a:r>
                        <a:rPr lang="en-US" sz="800" b="1" dirty="0"/>
                        <a:t>Transform our technology to enable our strategy (OKR5):</a:t>
                      </a:r>
                      <a:br>
                        <a:rPr lang="en-US" sz="800" b="1" dirty="0"/>
                      </a:br>
                      <a:endParaRPr lang="en-US" sz="800" b="1" dirty="0"/>
                    </a:p>
                    <a:p>
                      <a:r>
                        <a:rPr lang="en-US" sz="800" b="1" dirty="0"/>
                        <a:t>02 GenAI &amp; engineering excellence (productivity and tech transformation)</a:t>
                      </a:r>
                    </a:p>
                    <a:p>
                      <a:endParaRPr lang="en-US" sz="800" dirty="0"/>
                    </a:p>
                  </a:txBody>
                  <a:tcPr marL="22027" marR="22027" marT="11013" marB="11013" anchor="ctr"/>
                </a:tc>
                <a:extLst>
                  <a:ext uri="{0D108BD9-81ED-4DB2-BD59-A6C34878D82A}">
                    <a16:rowId xmlns:a16="http://schemas.microsoft.com/office/drawing/2014/main" val="2353335441"/>
                  </a:ext>
                </a:extLst>
              </a:tr>
              <a:tr h="1067401">
                <a:tc>
                  <a:txBody>
                    <a:bodyPr/>
                    <a:lstStyle/>
                    <a:p>
                      <a:r>
                        <a:rPr lang="en-US" sz="800"/>
                        <a:t>6</a:t>
                      </a:r>
                    </a:p>
                  </a:txBody>
                  <a:tcPr marL="22027" marR="22027" marT="11013" marB="11013" anchor="ctr"/>
                </a:tc>
                <a:tc>
                  <a:txBody>
                    <a:bodyPr/>
                    <a:lstStyle/>
                    <a:p>
                      <a:r>
                        <a:rPr lang="en-US" sz="800"/>
                        <a:t>Conduct Bi-monthly Curiosity, Tech and Innovation Workshops</a:t>
                      </a:r>
                    </a:p>
                  </a:txBody>
                  <a:tcPr marL="22027" marR="22027" marT="11013" marB="11013" anchor="ctr"/>
                </a:tc>
                <a:tc>
                  <a:txBody>
                    <a:bodyPr/>
                    <a:lstStyle/>
                    <a:p>
                      <a:r>
                        <a:rPr lang="en-US" sz="800" b="1"/>
                        <a:t>Drive High Efficiency Delivery Performance</a:t>
                      </a:r>
                      <a:r>
                        <a:rPr lang="en-US" sz="800"/>
                        <a:t> (Isabel Palmer)</a:t>
                      </a:r>
                    </a:p>
                  </a:txBody>
                  <a:tcPr marL="22027" marR="22027" marT="11013" marB="11013" anchor="ctr"/>
                </a:tc>
                <a:tc>
                  <a:txBody>
                    <a:bodyPr/>
                    <a:lstStyle/>
                    <a:p>
                      <a:r>
                        <a:rPr lang="en-US" sz="800" dirty="0"/>
                        <a:t>KR3: Enhance AI adoption rate from 60% to 100% by conducting bi-monthly curiosity, tech and innovation workshops, with adoption rate surveyed</a:t>
                      </a:r>
                    </a:p>
                  </a:txBody>
                  <a:tcPr marL="22027" marR="22027" marT="11013" marB="11013" anchor="ctr"/>
                </a:tc>
                <a:tc>
                  <a:txBody>
                    <a:bodyPr/>
                    <a:lstStyle/>
                    <a:p>
                      <a:r>
                        <a:rPr lang="en-US" sz="800" b="1" dirty="0"/>
                        <a:t>Medium</a:t>
                      </a:r>
                      <a:r>
                        <a:rPr lang="en-US" sz="800" dirty="0"/>
                        <a:t> - Essential for building team capabilities and driving adoption</a:t>
                      </a:r>
                    </a:p>
                  </a:txBody>
                  <a:tcPr marL="22027" marR="22027" marT="11013" marB="11013" anchor="ctr"/>
                </a:tc>
                <a:tc>
                  <a:txBody>
                    <a:bodyPr/>
                    <a:lstStyle/>
                    <a:p>
                      <a:r>
                        <a:rPr lang="en-US" sz="800" b="1" dirty="0"/>
                        <a:t>Transform our technology to enable our strategy (OKR5):</a:t>
                      </a:r>
                      <a:br>
                        <a:rPr lang="en-US" sz="800" b="1" dirty="0"/>
                      </a:br>
                      <a:endParaRPr lang="en-US" sz="800" b="1" dirty="0"/>
                    </a:p>
                    <a:p>
                      <a:r>
                        <a:rPr lang="en-US" sz="800" b="1" dirty="0"/>
                        <a:t>02 GenAI &amp; engineering excellence (productivity and tech transformation)</a:t>
                      </a:r>
                    </a:p>
                    <a:p>
                      <a:endParaRPr lang="en-US" sz="800" dirty="0"/>
                    </a:p>
                  </a:txBody>
                  <a:tcPr marL="22027" marR="22027" marT="11013" marB="11013" anchor="ctr"/>
                </a:tc>
                <a:extLst>
                  <a:ext uri="{0D108BD9-81ED-4DB2-BD59-A6C34878D82A}">
                    <a16:rowId xmlns:a16="http://schemas.microsoft.com/office/drawing/2014/main" val="3379862783"/>
                  </a:ext>
                </a:extLst>
              </a:tr>
              <a:tr h="768238">
                <a:tc>
                  <a:txBody>
                    <a:bodyPr/>
                    <a:lstStyle/>
                    <a:p>
                      <a:r>
                        <a:rPr lang="en-US" sz="800"/>
                        <a:t>7</a:t>
                      </a:r>
                    </a:p>
                  </a:txBody>
                  <a:tcPr marL="22027" marR="22027" marT="11013" marB="11013" anchor="ctr"/>
                </a:tc>
                <a:tc>
                  <a:txBody>
                    <a:bodyPr/>
                    <a:lstStyle/>
                    <a:p>
                      <a:r>
                        <a:rPr lang="en-US" sz="800"/>
                        <a:t>Simplify Processes and Workflows</a:t>
                      </a:r>
                    </a:p>
                  </a:txBody>
                  <a:tcPr marL="22027" marR="22027" marT="11013" marB="11013" anchor="ctr"/>
                </a:tc>
                <a:tc>
                  <a:txBody>
                    <a:bodyPr/>
                    <a:lstStyle/>
                    <a:p>
                      <a:r>
                        <a:rPr lang="en-US" sz="800" b="1" dirty="0"/>
                        <a:t>Enhance Operational + Delivery Efficiency</a:t>
                      </a:r>
                      <a:endParaRPr lang="en-US" sz="800" dirty="0"/>
                    </a:p>
                  </a:txBody>
                  <a:tcPr marL="22027" marR="22027" marT="11013" marB="11013" anchor="ctr"/>
                </a:tc>
                <a:tc>
                  <a:txBody>
                    <a:bodyPr/>
                    <a:lstStyle/>
                    <a:p>
                      <a:r>
                        <a:rPr lang="en-US" sz="800" dirty="0"/>
                        <a:t>KR3: Streamline workflows by integrating 3 new automation tools, resulting in a 20% reduction in manual tasks</a:t>
                      </a:r>
                    </a:p>
                  </a:txBody>
                  <a:tcPr marL="22027" marR="22027" marT="11013" marB="11013" anchor="ctr"/>
                </a:tc>
                <a:tc>
                  <a:txBody>
                    <a:bodyPr/>
                    <a:lstStyle/>
                    <a:p>
                      <a:r>
                        <a:rPr lang="en-US" sz="800" b="1" dirty="0"/>
                        <a:t>Medium-High</a:t>
                      </a:r>
                      <a:r>
                        <a:rPr lang="en-US" sz="800" dirty="0"/>
                        <a:t> - Process simplification is key to improving efficiency and reducing error rates</a:t>
                      </a:r>
                    </a:p>
                  </a:txBody>
                  <a:tcPr marL="22027" marR="22027" marT="11013" marB="11013" anchor="ctr"/>
                </a:tc>
                <a:tc>
                  <a:txBody>
                    <a:bodyPr/>
                    <a:lstStyle/>
                    <a:p>
                      <a:r>
                        <a:rPr lang="en-US" sz="800" b="1" dirty="0"/>
                        <a:t>Transform our technology to enable our strategy (OKR5):</a:t>
                      </a:r>
                      <a:br>
                        <a:rPr lang="en-US" sz="800" b="1" dirty="0"/>
                      </a:br>
                      <a:endParaRPr lang="en-US" sz="800" b="1" dirty="0"/>
                    </a:p>
                    <a:p>
                      <a:r>
                        <a:rPr lang="en-US" sz="800" b="1" dirty="0"/>
                        <a:t>01 Product </a:t>
                      </a:r>
                      <a:r>
                        <a:rPr lang="en-US" sz="800" b="1" dirty="0" err="1"/>
                        <a:t>rationalisation</a:t>
                      </a:r>
                      <a:r>
                        <a:rPr lang="en-US" sz="800" b="1" dirty="0"/>
                        <a:t> and technology efficiencies</a:t>
                      </a:r>
                    </a:p>
                    <a:p>
                      <a:endParaRPr lang="en-US" sz="800" dirty="0"/>
                    </a:p>
                  </a:txBody>
                  <a:tcPr marL="22027" marR="22027" marT="11013" marB="11013" anchor="ctr"/>
                </a:tc>
                <a:extLst>
                  <a:ext uri="{0D108BD9-81ED-4DB2-BD59-A6C34878D82A}">
                    <a16:rowId xmlns:a16="http://schemas.microsoft.com/office/drawing/2014/main" val="4044509364"/>
                  </a:ext>
                </a:extLst>
              </a:tr>
            </a:tbl>
          </a:graphicData>
        </a:graphic>
      </p:graphicFrame>
    </p:spTree>
    <p:extLst>
      <p:ext uri="{BB962C8B-B14F-4D97-AF65-F5344CB8AC3E}">
        <p14:creationId xmlns:p14="http://schemas.microsoft.com/office/powerpoint/2010/main" val="3311913987"/>
      </p:ext>
    </p:extLst>
  </p:cSld>
  <p:clrMapOvr>
    <a:masterClrMapping/>
  </p:clrMapOvr>
</p:sld>
</file>

<file path=ppt/theme/theme1.xml><?xml version="1.0" encoding="utf-8"?>
<a:theme xmlns:a="http://schemas.openxmlformats.org/drawingml/2006/main" name="Cover slide">
  <a:themeElements>
    <a:clrScheme name="Custom 1">
      <a:dk1>
        <a:srgbClr val="575756"/>
      </a:dk1>
      <a:lt1>
        <a:srgbClr val="FFFFFF"/>
      </a:lt1>
      <a:dk2>
        <a:srgbClr val="000000"/>
      </a:dk2>
      <a:lt2>
        <a:srgbClr val="FFFFFF"/>
      </a:lt2>
      <a:accent1>
        <a:srgbClr val="26478D"/>
      </a:accent1>
      <a:accent2>
        <a:srgbClr val="632678"/>
      </a:accent2>
      <a:accent3>
        <a:srgbClr val="406EB3"/>
      </a:accent3>
      <a:accent4>
        <a:srgbClr val="BA2F7D"/>
      </a:accent4>
      <a:accent5>
        <a:srgbClr val="E53888"/>
      </a:accent5>
      <a:accent6>
        <a:srgbClr val="E2A235"/>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IAN POWERPOINT TEMPLATE 16X9_May 2024" id="{AFF478F5-F285-4502-B751-DA1E6867A18A}" vid="{49A4AC32-B4CF-4F36-B42E-EFA8E5EC1F8A}"/>
    </a:ext>
  </a:extLst>
</a:theme>
</file>

<file path=ppt/theme/theme2.xml><?xml version="1.0" encoding="utf-8"?>
<a:theme xmlns:a="http://schemas.openxmlformats.org/drawingml/2006/main" name="Section Divider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IAN POWERPOINT TEMPLATE 16X9_May 2024" id="{AFF478F5-F285-4502-B751-DA1E6867A18A}" vid="{6BB7EDE2-764E-4D4B-89AE-C101D53ED741}"/>
    </a:ext>
  </a:extLst>
</a:theme>
</file>

<file path=ppt/theme/theme3.xml><?xml version="1.0" encoding="utf-8"?>
<a:theme xmlns:a="http://schemas.openxmlformats.org/drawingml/2006/main" name="Content Slides">
  <a:themeElements>
    <a:clrScheme name="Experian">
      <a:dk1>
        <a:srgbClr val="62656A"/>
      </a:dk1>
      <a:lt1>
        <a:srgbClr val="FFFFFF"/>
      </a:lt1>
      <a:dk2>
        <a:srgbClr val="000000"/>
      </a:dk2>
      <a:lt2>
        <a:srgbClr val="1D4F91"/>
      </a:lt2>
      <a:accent1>
        <a:srgbClr val="426CA8"/>
      </a:accent1>
      <a:accent2>
        <a:srgbClr val="6D2077"/>
      </a:accent2>
      <a:accent3>
        <a:srgbClr val="AF1685"/>
      </a:accent3>
      <a:accent4>
        <a:srgbClr val="E53888"/>
      </a:accent4>
      <a:accent5>
        <a:srgbClr val="E3032A"/>
      </a:accent5>
      <a:accent6>
        <a:srgbClr val="FE8F1C"/>
      </a:accent6>
      <a:hlink>
        <a:srgbClr val="0181A6"/>
      </a:hlink>
      <a:folHlink>
        <a:srgbClr val="8A4D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IAN POWERPOINT TEMPLATE 16X9_May 2024" id="{AFF478F5-F285-4502-B751-DA1E6867A18A}" vid="{7AEDF59C-F2F2-481F-9DC7-D915C8A8FA4A}"/>
    </a:ext>
  </a:extLst>
</a:theme>
</file>

<file path=ppt/theme/theme4.xml><?xml version="1.0" encoding="utf-8"?>
<a:theme xmlns:a="http://schemas.openxmlformats.org/drawingml/2006/main" name="Signoff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IAN POWERPOINT TEMPLATE 16X9_May 2024" id="{AFF478F5-F285-4502-B751-DA1E6867A18A}" vid="{4D258615-ABC5-41F8-8E0B-508B729DA443}"/>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423C00FAB36E849992B9BED8CCE8BBD" ma:contentTypeVersion="4" ma:contentTypeDescription="Create a new document." ma:contentTypeScope="" ma:versionID="58ec900b594911396a476539478a2445">
  <xsd:schema xmlns:xsd="http://www.w3.org/2001/XMLSchema" xmlns:xs="http://www.w3.org/2001/XMLSchema" xmlns:p="http://schemas.microsoft.com/office/2006/metadata/properties" xmlns:ns2="5cef236c-e73f-4528-be35-d803a506eefc" targetNamespace="http://schemas.microsoft.com/office/2006/metadata/properties" ma:root="true" ma:fieldsID="ab74a4d95590e439a6254fb469093435" ns2:_="">
    <xsd:import namespace="5cef236c-e73f-4528-be35-d803a506ee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ef236c-e73f-4528-be35-d803a506ee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49DFB42-1F53-4B3E-BA45-5D2F2C3B4A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ef236c-e73f-4528-be35-d803a506ee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FA98FC-107F-485B-88B6-9FDD4CE6A036}">
  <ds:schemaRefs>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terms/"/>
    <ds:schemaRef ds:uri="http://schemas.microsoft.com/office/infopath/2007/PartnerControls"/>
    <ds:schemaRef ds:uri="5cef236c-e73f-4528-be35-d803a506eefc"/>
    <ds:schemaRef ds:uri="http://purl.org/dc/dcmitype/"/>
  </ds:schemaRefs>
</ds:datastoreItem>
</file>

<file path=customXml/itemProps3.xml><?xml version="1.0" encoding="utf-8"?>
<ds:datastoreItem xmlns:ds="http://schemas.openxmlformats.org/officeDocument/2006/customXml" ds:itemID="{10BB02D0-16E3-4A40-82FF-F2F44DB6F0A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Experian Brand Template_may24</Template>
  <TotalTime>189</TotalTime>
  <Words>1663</Words>
  <Application>Microsoft Office PowerPoint</Application>
  <PresentationFormat>Widescreen</PresentationFormat>
  <Paragraphs>137</Paragraphs>
  <Slides>8</Slides>
  <Notes>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8</vt:i4>
      </vt:variant>
    </vt:vector>
  </HeadingPairs>
  <TitlesOfParts>
    <vt:vector size="16" baseType="lpstr">
      <vt:lpstr>Arial</vt:lpstr>
      <vt:lpstr>Calibri</vt:lpstr>
      <vt:lpstr>System Font Regular</vt:lpstr>
      <vt:lpstr>Wingdings</vt:lpstr>
      <vt:lpstr>Cover slide</vt:lpstr>
      <vt:lpstr>Section Dividers</vt:lpstr>
      <vt:lpstr>Content Slides</vt:lpstr>
      <vt:lpstr>Signoff Slides</vt:lpstr>
      <vt:lpstr>Professional Development Plan</vt:lpstr>
      <vt:lpstr>Current Position &amp; Strengths</vt:lpstr>
      <vt:lpstr>Core Goals - Cloud Migration Focus</vt:lpstr>
      <vt:lpstr>Innovation Goals - AI Integration</vt:lpstr>
      <vt:lpstr>Leadership Development</vt:lpstr>
      <vt:lpstr>Continuous Improvement Plan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Reddy, KalluSrujan</dc:creator>
  <cp:lastModifiedBy>Reddy, KalluSrujan</cp:lastModifiedBy>
  <cp:revision>1</cp:revision>
  <dcterms:created xsi:type="dcterms:W3CDTF">2025-04-22T06:36:04Z</dcterms:created>
  <dcterms:modified xsi:type="dcterms:W3CDTF">2025-05-07T07:23:17Z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0x0101005423C00FAB36E849992B9BED8CCE8BBD</vt:lpwstr>
  </property>
</Properties>
</file>